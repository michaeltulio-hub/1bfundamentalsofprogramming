
<file path=[Content_Types].xml><?xml version="1.0" encoding="utf-8"?>
<Types xmlns="http://schemas.openxmlformats.org/package/2006/content-types">
  <Default Extension="fntdata" ContentType="application/x-fontdata"/>
  <Default Extension="jfif"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48" r:id="rId1"/>
  </p:sldMasterIdLst>
  <p:notesMasterIdLst>
    <p:notesMasterId r:id="rId20"/>
  </p:notesMasterIdLst>
  <p:sldIdLst>
    <p:sldId id="256" r:id="rId2"/>
    <p:sldId id="378" r:id="rId3"/>
    <p:sldId id="406" r:id="rId4"/>
    <p:sldId id="412" r:id="rId5"/>
    <p:sldId id="424" r:id="rId6"/>
    <p:sldId id="413" r:id="rId7"/>
    <p:sldId id="414" r:id="rId8"/>
    <p:sldId id="415" r:id="rId9"/>
    <p:sldId id="417" r:id="rId10"/>
    <p:sldId id="418" r:id="rId11"/>
    <p:sldId id="419" r:id="rId12"/>
    <p:sldId id="420" r:id="rId13"/>
    <p:sldId id="421" r:id="rId14"/>
    <p:sldId id="407" r:id="rId15"/>
    <p:sldId id="422" r:id="rId16"/>
    <p:sldId id="423" r:id="rId17"/>
    <p:sldId id="408" r:id="rId18"/>
    <p:sldId id="383" r:id="rId19"/>
  </p:sldIdLst>
  <p:sldSz cx="9144000" cy="5143500" type="screen16x9"/>
  <p:notesSz cx="6888163" cy="10021888"/>
  <p:embeddedFontLst>
    <p:embeddedFont>
      <p:font typeface="Arvo" panose="020B0604020202020204" charset="0"/>
      <p:regular r:id="rId21"/>
      <p:bold r:id="rId22"/>
      <p:italic r:id="rId23"/>
      <p:boldItalic r:id="rId24"/>
    </p:embeddedFont>
    <p:embeddedFont>
      <p:font typeface="Roboto" panose="02000000000000000000" pitchFamily="2" charset="0"/>
      <p:regular r:id="rId25"/>
      <p:bold r:id="rId26"/>
      <p:italic r:id="rId27"/>
      <p:boldItalic r:id="rId28"/>
    </p:embeddedFont>
    <p:embeddedFont>
      <p:font typeface="Roboto Condensed" panose="02000000000000000000" pitchFamily="2" charset="0"/>
      <p:regular r:id="rId29"/>
      <p:bold r:id="rId30"/>
      <p:italic r:id="rId31"/>
      <p:boldItalic r:id="rId32"/>
    </p:embeddedFont>
    <p:embeddedFont>
      <p:font typeface="Roboto Condensed Light" panose="02000000000000000000" pitchFamily="2" charset="0"/>
      <p:regular r:id="rId33"/>
      <p:italic r:id="rId3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F537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310" autoAdjust="0"/>
    <p:restoredTop sz="94343" autoAdjust="0"/>
  </p:normalViewPr>
  <p:slideViewPr>
    <p:cSldViewPr snapToGrid="0">
      <p:cViewPr varScale="1">
        <p:scale>
          <a:sx n="123" d="100"/>
          <a:sy n="123" d="100"/>
        </p:scale>
        <p:origin x="60" y="135"/>
      </p:cViewPr>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6.fntdata"/><Relationship Id="rId21" Type="http://schemas.openxmlformats.org/officeDocument/2006/relationships/font" Target="fonts/font1.fntdata"/><Relationship Id="rId34" Type="http://schemas.openxmlformats.org/officeDocument/2006/relationships/font" Target="fonts/font14.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5.fntdata"/><Relationship Id="rId33" Type="http://schemas.openxmlformats.org/officeDocument/2006/relationships/font" Target="fonts/font13.fntdata"/><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29" Type="http://schemas.openxmlformats.org/officeDocument/2006/relationships/font" Target="fonts/font9.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4.fntdata"/><Relationship Id="rId32" Type="http://schemas.openxmlformats.org/officeDocument/2006/relationships/font" Target="fonts/font12.fntdata"/><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3.fntdata"/><Relationship Id="rId28" Type="http://schemas.openxmlformats.org/officeDocument/2006/relationships/font" Target="fonts/font8.fntdata"/><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11.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2.fntdata"/><Relationship Id="rId27" Type="http://schemas.openxmlformats.org/officeDocument/2006/relationships/font" Target="fonts/font7.fntdata"/><Relationship Id="rId30" Type="http://schemas.openxmlformats.org/officeDocument/2006/relationships/font" Target="fonts/font10.fntdata"/><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04775" y="752475"/>
            <a:ext cx="6678613" cy="3757613"/>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8817" y="4760397"/>
            <a:ext cx="5510530" cy="4509850"/>
          </a:xfrm>
          <a:prstGeom prst="rect">
            <a:avLst/>
          </a:prstGeom>
          <a:noFill/>
          <a:ln>
            <a:noFill/>
          </a:ln>
        </p:spPr>
        <p:txBody>
          <a:bodyPr spcFirstLastPara="1" wrap="square" lIns="96608" tIns="96608" rIns="96608" bIns="96608" anchor="t" anchorCtr="0"/>
          <a:lstStyle>
            <a:lvl1pPr marL="457200" lvl="0" indent="-317500">
              <a:spcBef>
                <a:spcPts val="0"/>
              </a:spcBef>
              <a:spcAft>
                <a:spcPts val="0"/>
              </a:spcAft>
              <a:buSzPts val="1400"/>
              <a:buChar char="●"/>
              <a:defRPr sz="1100"/>
            </a:lvl1pPr>
            <a:lvl2pPr marL="914400" lvl="1" indent="-317500">
              <a:spcBef>
                <a:spcPts val="0"/>
              </a:spcBef>
              <a:spcAft>
                <a:spcPts val="0"/>
              </a:spcAft>
              <a:buSzPts val="1400"/>
              <a:buChar char="○"/>
              <a:defRPr sz="1100"/>
            </a:lvl2pPr>
            <a:lvl3pPr marL="1371600" lvl="2" indent="-317500">
              <a:spcBef>
                <a:spcPts val="0"/>
              </a:spcBef>
              <a:spcAft>
                <a:spcPts val="0"/>
              </a:spcAft>
              <a:buSzPts val="1400"/>
              <a:buChar char="■"/>
              <a:defRPr sz="1100"/>
            </a:lvl3pPr>
            <a:lvl4pPr marL="1828800" lvl="3" indent="-317500">
              <a:spcBef>
                <a:spcPts val="0"/>
              </a:spcBef>
              <a:spcAft>
                <a:spcPts val="0"/>
              </a:spcAft>
              <a:buSzPts val="1400"/>
              <a:buChar char="●"/>
              <a:defRPr sz="1100"/>
            </a:lvl4pPr>
            <a:lvl5pPr marL="2286000" lvl="4" indent="-317500">
              <a:spcBef>
                <a:spcPts val="0"/>
              </a:spcBef>
              <a:spcAft>
                <a:spcPts val="0"/>
              </a:spcAft>
              <a:buSzPts val="1400"/>
              <a:buChar char="○"/>
              <a:defRPr sz="1100"/>
            </a:lvl5pPr>
            <a:lvl6pPr marL="2743200" lvl="5" indent="-317500">
              <a:spcBef>
                <a:spcPts val="0"/>
              </a:spcBef>
              <a:spcAft>
                <a:spcPts val="0"/>
              </a:spcAft>
              <a:buSzPts val="1400"/>
              <a:buChar char="■"/>
              <a:defRPr sz="1100"/>
            </a:lvl6pPr>
            <a:lvl7pPr marL="3200400" lvl="6" indent="-317500">
              <a:spcBef>
                <a:spcPts val="0"/>
              </a:spcBef>
              <a:spcAft>
                <a:spcPts val="0"/>
              </a:spcAft>
              <a:buSzPts val="1400"/>
              <a:buChar char="●"/>
              <a:defRPr sz="1100"/>
            </a:lvl7pPr>
            <a:lvl8pPr marL="3657600" lvl="7" indent="-317500">
              <a:spcBef>
                <a:spcPts val="0"/>
              </a:spcBef>
              <a:spcAft>
                <a:spcPts val="0"/>
              </a:spcAft>
              <a:buSzPts val="1400"/>
              <a:buChar char="○"/>
              <a:defRPr sz="1100"/>
            </a:lvl8pPr>
            <a:lvl9pPr marL="4114800" lvl="8" indent="-317500">
              <a:spcBef>
                <a:spcPts val="0"/>
              </a:spcBef>
              <a:spcAft>
                <a:spcPts val="0"/>
              </a:spcAft>
              <a:buSzPts val="14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0"/>
        <p:cNvGrpSpPr/>
        <p:nvPr/>
      </p:nvGrpSpPr>
      <p:grpSpPr>
        <a:xfrm>
          <a:off x="0" y="0"/>
          <a:ext cx="0" cy="0"/>
          <a:chOff x="0" y="0"/>
          <a:chExt cx="0" cy="0"/>
        </a:xfrm>
      </p:grpSpPr>
      <p:sp>
        <p:nvSpPr>
          <p:cNvPr id="181" name="Google Shape;181;g35f391192_00:notes"/>
          <p:cNvSpPr>
            <a:spLocks noGrp="1" noRot="1" noChangeAspect="1"/>
          </p:cNvSpPr>
          <p:nvPr>
            <p:ph type="sldImg" idx="2"/>
          </p:nvPr>
        </p:nvSpPr>
        <p:spPr>
          <a:xfrm>
            <a:off x="104775" y="752475"/>
            <a:ext cx="6678613" cy="3757613"/>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2" name="Google Shape;182;g35f391192_00:notes"/>
          <p:cNvSpPr txBox="1">
            <a:spLocks noGrp="1"/>
          </p:cNvSpPr>
          <p:nvPr>
            <p:ph type="body" idx="1"/>
          </p:nvPr>
        </p:nvSpPr>
        <p:spPr>
          <a:xfrm>
            <a:off x="688817" y="4760397"/>
            <a:ext cx="5510530" cy="4509850"/>
          </a:xfrm>
          <a:prstGeom prst="rect">
            <a:avLst/>
          </a:prstGeom>
        </p:spPr>
        <p:txBody>
          <a:bodyPr spcFirstLastPara="1" wrap="square" lIns="96608" tIns="96608" rIns="96608" bIns="96608" anchor="t" anchorCtr="0">
            <a:noAutofit/>
          </a:bodyPr>
          <a:lstStyle/>
          <a:p>
            <a:pPr marL="0" indent="0">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type="title">
  <p:cSld name="TITLE">
    <p:spTree>
      <p:nvGrpSpPr>
        <p:cNvPr id="1" name="Shape 9"/>
        <p:cNvGrpSpPr/>
        <p:nvPr/>
      </p:nvGrpSpPr>
      <p:grpSpPr>
        <a:xfrm>
          <a:off x="0" y="0"/>
          <a:ext cx="0" cy="0"/>
          <a:chOff x="0" y="0"/>
          <a:chExt cx="0" cy="0"/>
        </a:xfrm>
      </p:grpSpPr>
      <p:sp>
        <p:nvSpPr>
          <p:cNvPr id="10" name="Google Shape;10;p2"/>
          <p:cNvSpPr/>
          <p:nvPr/>
        </p:nvSpPr>
        <p:spPr>
          <a:xfrm>
            <a:off x="7544483" y="657775"/>
            <a:ext cx="1299300" cy="432900"/>
          </a:xfrm>
          <a:prstGeom prst="triangle">
            <a:avLst>
              <a:gd name="adj" fmla="val 32425"/>
            </a:avLst>
          </a:prstGeom>
          <a:solidFill>
            <a:srgbClr val="2632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Arvo" panose="02000000000000000000"/>
              <a:ea typeface="Arvo" panose="02000000000000000000"/>
              <a:cs typeface="Arvo" panose="02000000000000000000"/>
              <a:sym typeface="Arvo" panose="02000000000000000000"/>
            </a:endParaRPr>
          </a:p>
        </p:txBody>
      </p:sp>
      <p:grpSp>
        <p:nvGrpSpPr>
          <p:cNvPr id="11" name="Google Shape;11;p2"/>
          <p:cNvGrpSpPr/>
          <p:nvPr/>
        </p:nvGrpSpPr>
        <p:grpSpPr>
          <a:xfrm>
            <a:off x="0" y="-7088"/>
            <a:ext cx="8661398" cy="5150588"/>
            <a:chOff x="0" y="-7088"/>
            <a:chExt cx="8661398" cy="5150588"/>
          </a:xfrm>
        </p:grpSpPr>
        <p:sp>
          <p:nvSpPr>
            <p:cNvPr id="12" name="Google Shape;12;p2"/>
            <p:cNvSpPr/>
            <p:nvPr/>
          </p:nvSpPr>
          <p:spPr>
            <a:xfrm>
              <a:off x="0" y="0"/>
              <a:ext cx="3525000" cy="5143500"/>
            </a:xfrm>
            <a:prstGeom prst="rect">
              <a:avLst/>
            </a:prstGeom>
            <a:solidFill>
              <a:srgbClr val="C7D3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3;p2"/>
            <p:cNvSpPr/>
            <p:nvPr/>
          </p:nvSpPr>
          <p:spPr>
            <a:xfrm rot="10800000" flipH="1">
              <a:off x="3517898" y="-7088"/>
              <a:ext cx="5143500" cy="5143500"/>
            </a:xfrm>
            <a:prstGeom prst="rtTriangle">
              <a:avLst/>
            </a:prstGeom>
            <a:solidFill>
              <a:srgbClr val="C7D3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Arvo" panose="02000000000000000000"/>
                <a:ea typeface="Arvo" panose="02000000000000000000"/>
                <a:cs typeface="Arvo" panose="02000000000000000000"/>
                <a:sym typeface="Arvo" panose="02000000000000000000"/>
              </a:endParaRPr>
            </a:p>
          </p:txBody>
        </p:sp>
      </p:grpSp>
      <p:grpSp>
        <p:nvGrpSpPr>
          <p:cNvPr id="14" name="Google Shape;14;p2"/>
          <p:cNvGrpSpPr/>
          <p:nvPr/>
        </p:nvGrpSpPr>
        <p:grpSpPr>
          <a:xfrm rot="10800000" flipH="1">
            <a:off x="1" y="1090763"/>
            <a:ext cx="8847502" cy="2961975"/>
            <a:chOff x="-8178042" y="-4493254"/>
            <a:chExt cx="19483598" cy="6522736"/>
          </a:xfrm>
        </p:grpSpPr>
        <p:sp>
          <p:nvSpPr>
            <p:cNvPr id="15" name="Google Shape;15;p2"/>
            <p:cNvSpPr/>
            <p:nvPr/>
          </p:nvSpPr>
          <p:spPr>
            <a:xfrm>
              <a:off x="-8178042" y="-4493118"/>
              <a:ext cx="12968400" cy="6522600"/>
            </a:xfrm>
            <a:prstGeom prst="rect">
              <a:avLst/>
            </a:prstGeom>
            <a:solidFill>
              <a:srgbClr val="3F537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Arvo" panose="02000000000000000000"/>
                <a:ea typeface="Arvo" panose="02000000000000000000"/>
                <a:cs typeface="Arvo" panose="02000000000000000000"/>
                <a:sym typeface="Arvo" panose="02000000000000000000"/>
              </a:endParaRPr>
            </a:p>
          </p:txBody>
        </p:sp>
        <p:sp>
          <p:nvSpPr>
            <p:cNvPr id="16" name="Google Shape;16;p2"/>
            <p:cNvSpPr/>
            <p:nvPr/>
          </p:nvSpPr>
          <p:spPr>
            <a:xfrm>
              <a:off x="4782955" y="-4493254"/>
              <a:ext cx="6522600" cy="6522600"/>
            </a:xfrm>
            <a:prstGeom prst="rtTriangle">
              <a:avLst/>
            </a:prstGeom>
            <a:solidFill>
              <a:srgbClr val="3F537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Arvo" panose="02000000000000000000"/>
                <a:ea typeface="Arvo" panose="02000000000000000000"/>
                <a:cs typeface="Arvo" panose="02000000000000000000"/>
                <a:sym typeface="Arvo" panose="02000000000000000000"/>
              </a:endParaRPr>
            </a:p>
          </p:txBody>
        </p:sp>
      </p:grpSp>
      <p:grpSp>
        <p:nvGrpSpPr>
          <p:cNvPr id="17" name="Google Shape;17;p2"/>
          <p:cNvGrpSpPr/>
          <p:nvPr/>
        </p:nvGrpSpPr>
        <p:grpSpPr>
          <a:xfrm>
            <a:off x="3677236" y="4278349"/>
            <a:ext cx="5480829" cy="432996"/>
            <a:chOff x="5582265" y="4646738"/>
            <a:chExt cx="5480829" cy="432996"/>
          </a:xfrm>
        </p:grpSpPr>
        <p:sp>
          <p:nvSpPr>
            <p:cNvPr id="18" name="Google Shape;18;p2"/>
            <p:cNvSpPr/>
            <p:nvPr/>
          </p:nvSpPr>
          <p:spPr>
            <a:xfrm rot="10800000">
              <a:off x="5582265" y="4948334"/>
              <a:ext cx="394200" cy="131400"/>
            </a:xfrm>
            <a:prstGeom prst="triangle">
              <a:avLst>
                <a:gd name="adj" fmla="val 32425"/>
              </a:avLst>
            </a:prstGeom>
            <a:solidFill>
              <a:srgbClr val="D26F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9" name="Google Shape;19;p2"/>
            <p:cNvGrpSpPr/>
            <p:nvPr/>
          </p:nvGrpSpPr>
          <p:grpSpPr>
            <a:xfrm flipH="1">
              <a:off x="5585232" y="4646738"/>
              <a:ext cx="5477861" cy="304551"/>
              <a:chOff x="-24158748" y="330075"/>
              <a:chExt cx="30568423" cy="1699506"/>
            </a:xfrm>
          </p:grpSpPr>
          <p:sp>
            <p:nvSpPr>
              <p:cNvPr id="20" name="Google Shape;20;p2"/>
              <p:cNvSpPr/>
              <p:nvPr/>
            </p:nvSpPr>
            <p:spPr>
              <a:xfrm>
                <a:off x="-24158748" y="330081"/>
                <a:ext cx="28908000" cy="1699500"/>
              </a:xfrm>
              <a:prstGeom prst="rect">
                <a:avLst/>
              </a:prstGeom>
              <a:solidFill>
                <a:srgbClr val="FF98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21;p2"/>
              <p:cNvSpPr/>
              <p:nvPr/>
            </p:nvSpPr>
            <p:spPr>
              <a:xfrm>
                <a:off x="4710175" y="330075"/>
                <a:ext cx="1699500" cy="1699500"/>
              </a:xfrm>
              <a:prstGeom prst="rtTriangle">
                <a:avLst/>
              </a:prstGeom>
              <a:solidFill>
                <a:srgbClr val="FF98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22" name="Google Shape;22;p2"/>
          <p:cNvSpPr txBox="1">
            <a:spLocks noGrp="1"/>
          </p:cNvSpPr>
          <p:nvPr>
            <p:ph type="ctrTitle"/>
          </p:nvPr>
        </p:nvSpPr>
        <p:spPr>
          <a:xfrm>
            <a:off x="685800" y="1090750"/>
            <a:ext cx="5367900" cy="2961900"/>
          </a:xfrm>
          <a:prstGeom prst="rect">
            <a:avLst/>
          </a:prstGeom>
        </p:spPr>
        <p:txBody>
          <a:bodyPr spcFirstLastPara="1" wrap="square" lIns="91425" tIns="91425" rIns="91425" bIns="91425" anchor="ctr" anchorCtr="0"/>
          <a:lstStyle>
            <a:lvl1pPr lvl="0">
              <a:spcBef>
                <a:spcPts val="0"/>
              </a:spcBef>
              <a:spcAft>
                <a:spcPts val="0"/>
              </a:spcAft>
              <a:buSzPts val="4800"/>
              <a:buNone/>
              <a:defRPr sz="4800"/>
            </a:lvl1pPr>
            <a:lvl2pPr lvl="1" algn="ctr">
              <a:spcBef>
                <a:spcPts val="0"/>
              </a:spcBef>
              <a:spcAft>
                <a:spcPts val="0"/>
              </a:spcAft>
              <a:buSzPts val="4800"/>
              <a:buNone/>
              <a:defRPr sz="4800"/>
            </a:lvl2pPr>
            <a:lvl3pPr lvl="2" algn="ctr">
              <a:spcBef>
                <a:spcPts val="0"/>
              </a:spcBef>
              <a:spcAft>
                <a:spcPts val="0"/>
              </a:spcAft>
              <a:buSzPts val="4800"/>
              <a:buNone/>
              <a:defRPr sz="4800"/>
            </a:lvl3pPr>
            <a:lvl4pPr lvl="3" algn="ctr">
              <a:spcBef>
                <a:spcPts val="0"/>
              </a:spcBef>
              <a:spcAft>
                <a:spcPts val="0"/>
              </a:spcAft>
              <a:buSzPts val="4800"/>
              <a:buNone/>
              <a:defRPr sz="4800"/>
            </a:lvl4pPr>
            <a:lvl5pPr lvl="4" algn="ctr">
              <a:spcBef>
                <a:spcPts val="0"/>
              </a:spcBef>
              <a:spcAft>
                <a:spcPts val="0"/>
              </a:spcAft>
              <a:buSzPts val="4800"/>
              <a:buNone/>
              <a:defRPr sz="4800"/>
            </a:lvl5pPr>
            <a:lvl6pPr lvl="5" algn="ctr">
              <a:spcBef>
                <a:spcPts val="0"/>
              </a:spcBef>
              <a:spcAft>
                <a:spcPts val="0"/>
              </a:spcAft>
              <a:buSzPts val="4800"/>
              <a:buNone/>
              <a:defRPr sz="4800"/>
            </a:lvl6pPr>
            <a:lvl7pPr lvl="6" algn="ctr">
              <a:spcBef>
                <a:spcPts val="0"/>
              </a:spcBef>
              <a:spcAft>
                <a:spcPts val="0"/>
              </a:spcAft>
              <a:buSzPts val="4800"/>
              <a:buNone/>
              <a:defRPr sz="4800"/>
            </a:lvl7pPr>
            <a:lvl8pPr lvl="7" algn="ctr">
              <a:spcBef>
                <a:spcPts val="0"/>
              </a:spcBef>
              <a:spcAft>
                <a:spcPts val="0"/>
              </a:spcAft>
              <a:buSzPts val="4800"/>
              <a:buNone/>
              <a:defRPr sz="4800"/>
            </a:lvl8pPr>
            <a:lvl9pPr lvl="8" algn="ctr">
              <a:spcBef>
                <a:spcPts val="0"/>
              </a:spcBef>
              <a:spcAft>
                <a:spcPts val="0"/>
              </a:spcAft>
              <a:buSzPts val="4800"/>
              <a:buNone/>
              <a:defRPr sz="4800"/>
            </a:lvl9pPr>
          </a:lstStyle>
          <a:p>
            <a:endParaRPr/>
          </a:p>
        </p:txBody>
      </p:sp>
    </p:spTree>
  </p:cSld>
  <p:clrMapOvr>
    <a:masterClrMapping/>
  </p:clrMapOvr>
  <p:transition>
    <p:fade thruBlk="1"/>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 1 column" type="tx">
  <p:cSld name="TITLE_AND_BODY">
    <p:spTree>
      <p:nvGrpSpPr>
        <p:cNvPr id="1" name="Shape 61"/>
        <p:cNvGrpSpPr/>
        <p:nvPr/>
      </p:nvGrpSpPr>
      <p:grpSpPr>
        <a:xfrm>
          <a:off x="0" y="0"/>
          <a:ext cx="0" cy="0"/>
          <a:chOff x="0" y="0"/>
          <a:chExt cx="0" cy="0"/>
        </a:xfrm>
      </p:grpSpPr>
      <p:grpSp>
        <p:nvGrpSpPr>
          <p:cNvPr id="62" name="Google Shape;62;p5"/>
          <p:cNvGrpSpPr/>
          <p:nvPr/>
        </p:nvGrpSpPr>
        <p:grpSpPr>
          <a:xfrm>
            <a:off x="-4" y="40"/>
            <a:ext cx="7072430" cy="1327315"/>
            <a:chOff x="-4" y="40"/>
            <a:chExt cx="7072430" cy="1327315"/>
          </a:xfrm>
        </p:grpSpPr>
        <p:sp>
          <p:nvSpPr>
            <p:cNvPr id="63" name="Google Shape;63;p5"/>
            <p:cNvSpPr/>
            <p:nvPr/>
          </p:nvSpPr>
          <p:spPr>
            <a:xfrm>
              <a:off x="6292649" y="126425"/>
              <a:ext cx="779700" cy="259800"/>
            </a:xfrm>
            <a:prstGeom prst="triangle">
              <a:avLst>
                <a:gd name="adj" fmla="val 32425"/>
              </a:avLst>
            </a:prstGeom>
            <a:solidFill>
              <a:srgbClr val="2632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Arvo" panose="02000000000000000000"/>
                <a:ea typeface="Arvo" panose="02000000000000000000"/>
                <a:cs typeface="Arvo" panose="02000000000000000000"/>
                <a:sym typeface="Arvo" panose="02000000000000000000"/>
              </a:endParaRPr>
            </a:p>
          </p:txBody>
        </p:sp>
        <p:grpSp>
          <p:nvGrpSpPr>
            <p:cNvPr id="64" name="Google Shape;64;p5"/>
            <p:cNvGrpSpPr/>
            <p:nvPr/>
          </p:nvGrpSpPr>
          <p:grpSpPr>
            <a:xfrm rot="10800000" flipH="1">
              <a:off x="3" y="40"/>
              <a:ext cx="6756168" cy="1327315"/>
              <a:chOff x="-2168138" y="330075"/>
              <a:chExt cx="8650663" cy="1699506"/>
            </a:xfrm>
          </p:grpSpPr>
          <p:sp>
            <p:nvSpPr>
              <p:cNvPr id="65" name="Google Shape;65;p5"/>
              <p:cNvSpPr/>
              <p:nvPr/>
            </p:nvSpPr>
            <p:spPr>
              <a:xfrm>
                <a:off x="-2168138" y="330081"/>
                <a:ext cx="6958200" cy="1699500"/>
              </a:xfrm>
              <a:prstGeom prst="rect">
                <a:avLst/>
              </a:prstGeom>
              <a:solidFill>
                <a:srgbClr val="C7D3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Arvo" panose="02000000000000000000"/>
                  <a:ea typeface="Arvo" panose="02000000000000000000"/>
                  <a:cs typeface="Arvo" panose="02000000000000000000"/>
                  <a:sym typeface="Arvo" panose="02000000000000000000"/>
                </a:endParaRPr>
              </a:p>
            </p:txBody>
          </p:sp>
          <p:sp>
            <p:nvSpPr>
              <p:cNvPr id="66" name="Google Shape;66;p5"/>
              <p:cNvSpPr/>
              <p:nvPr/>
            </p:nvSpPr>
            <p:spPr>
              <a:xfrm>
                <a:off x="4783025" y="330075"/>
                <a:ext cx="1699500" cy="1699500"/>
              </a:xfrm>
              <a:prstGeom prst="rtTriangle">
                <a:avLst/>
              </a:prstGeom>
              <a:solidFill>
                <a:srgbClr val="C7D3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Arvo" panose="02000000000000000000"/>
                  <a:ea typeface="Arvo" panose="02000000000000000000"/>
                  <a:cs typeface="Arvo" panose="02000000000000000000"/>
                  <a:sym typeface="Arvo" panose="02000000000000000000"/>
                </a:endParaRPr>
              </a:p>
            </p:txBody>
          </p:sp>
        </p:grpSp>
        <p:grpSp>
          <p:nvGrpSpPr>
            <p:cNvPr id="67" name="Google Shape;67;p5"/>
            <p:cNvGrpSpPr/>
            <p:nvPr/>
          </p:nvGrpSpPr>
          <p:grpSpPr>
            <a:xfrm rot="10800000" flipH="1">
              <a:off x="-4" y="381007"/>
              <a:ext cx="7072430" cy="771744"/>
              <a:chOff x="-9092084" y="330075"/>
              <a:chExt cx="15574609" cy="1699501"/>
            </a:xfrm>
          </p:grpSpPr>
          <p:sp>
            <p:nvSpPr>
              <p:cNvPr id="68" name="Google Shape;68;p5"/>
              <p:cNvSpPr/>
              <p:nvPr/>
            </p:nvSpPr>
            <p:spPr>
              <a:xfrm>
                <a:off x="-9092084" y="330076"/>
                <a:ext cx="13882200" cy="1699500"/>
              </a:xfrm>
              <a:prstGeom prst="rect">
                <a:avLst/>
              </a:prstGeom>
              <a:solidFill>
                <a:srgbClr val="3F537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Arvo" panose="02000000000000000000"/>
                  <a:ea typeface="Arvo" panose="02000000000000000000"/>
                  <a:cs typeface="Arvo" panose="02000000000000000000"/>
                  <a:sym typeface="Arvo" panose="02000000000000000000"/>
                </a:endParaRPr>
              </a:p>
            </p:txBody>
          </p:sp>
          <p:sp>
            <p:nvSpPr>
              <p:cNvPr id="69" name="Google Shape;69;p5"/>
              <p:cNvSpPr/>
              <p:nvPr/>
            </p:nvSpPr>
            <p:spPr>
              <a:xfrm>
                <a:off x="4783025" y="330075"/>
                <a:ext cx="1699500" cy="1699500"/>
              </a:xfrm>
              <a:prstGeom prst="rtTriangle">
                <a:avLst/>
              </a:prstGeom>
              <a:solidFill>
                <a:srgbClr val="3F537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Arvo" panose="02000000000000000000"/>
                  <a:ea typeface="Arvo" panose="02000000000000000000"/>
                  <a:cs typeface="Arvo" panose="02000000000000000000"/>
                  <a:sym typeface="Arvo" panose="02000000000000000000"/>
                </a:endParaRPr>
              </a:p>
            </p:txBody>
          </p:sp>
        </p:grpSp>
      </p:grpSp>
      <p:grpSp>
        <p:nvGrpSpPr>
          <p:cNvPr id="70" name="Google Shape;70;p5"/>
          <p:cNvGrpSpPr/>
          <p:nvPr/>
        </p:nvGrpSpPr>
        <p:grpSpPr>
          <a:xfrm>
            <a:off x="6946842" y="4472723"/>
            <a:ext cx="2202830" cy="670795"/>
            <a:chOff x="5575242" y="4472723"/>
            <a:chExt cx="2202830" cy="670795"/>
          </a:xfrm>
        </p:grpSpPr>
        <p:sp>
          <p:nvSpPr>
            <p:cNvPr id="71" name="Google Shape;71;p5"/>
            <p:cNvSpPr/>
            <p:nvPr/>
          </p:nvSpPr>
          <p:spPr>
            <a:xfrm rot="10800000">
              <a:off x="5575242" y="4948334"/>
              <a:ext cx="394200" cy="131400"/>
            </a:xfrm>
            <a:prstGeom prst="triangle">
              <a:avLst>
                <a:gd name="adj" fmla="val 32425"/>
              </a:avLst>
            </a:prstGeom>
            <a:solidFill>
              <a:srgbClr val="D26F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2" name="Google Shape;72;p5"/>
            <p:cNvGrpSpPr/>
            <p:nvPr/>
          </p:nvGrpSpPr>
          <p:grpSpPr>
            <a:xfrm flipH="1">
              <a:off x="5734850" y="4472723"/>
              <a:ext cx="2040837" cy="670795"/>
              <a:chOff x="1297954" y="330075"/>
              <a:chExt cx="5169293" cy="1699506"/>
            </a:xfrm>
          </p:grpSpPr>
          <p:sp>
            <p:nvSpPr>
              <p:cNvPr id="73" name="Google Shape;73;p5"/>
              <p:cNvSpPr/>
              <p:nvPr/>
            </p:nvSpPr>
            <p:spPr>
              <a:xfrm>
                <a:off x="1297954" y="330081"/>
                <a:ext cx="3476700" cy="1699500"/>
              </a:xfrm>
              <a:prstGeom prst="rect">
                <a:avLst/>
              </a:prstGeom>
              <a:solidFill>
                <a:srgbClr val="C7D3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74;p5"/>
              <p:cNvSpPr/>
              <p:nvPr/>
            </p:nvSpPr>
            <p:spPr>
              <a:xfrm>
                <a:off x="4767747" y="330075"/>
                <a:ext cx="1699500" cy="1699500"/>
              </a:xfrm>
              <a:prstGeom prst="rtTriangle">
                <a:avLst/>
              </a:prstGeom>
              <a:solidFill>
                <a:srgbClr val="C7D3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5" name="Google Shape;75;p5"/>
            <p:cNvGrpSpPr/>
            <p:nvPr/>
          </p:nvGrpSpPr>
          <p:grpSpPr>
            <a:xfrm flipH="1">
              <a:off x="5578209" y="4646738"/>
              <a:ext cx="2199863" cy="304563"/>
              <a:chOff x="-5827153" y="330075"/>
              <a:chExt cx="12276019" cy="1699569"/>
            </a:xfrm>
          </p:grpSpPr>
          <p:sp>
            <p:nvSpPr>
              <p:cNvPr id="76" name="Google Shape;76;p5"/>
              <p:cNvSpPr/>
              <p:nvPr/>
            </p:nvSpPr>
            <p:spPr>
              <a:xfrm>
                <a:off x="-5827153" y="330144"/>
                <a:ext cx="10612200" cy="1699500"/>
              </a:xfrm>
              <a:prstGeom prst="rect">
                <a:avLst/>
              </a:prstGeom>
              <a:solidFill>
                <a:srgbClr val="FF98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 name="Google Shape;77;p5"/>
              <p:cNvSpPr/>
              <p:nvPr/>
            </p:nvSpPr>
            <p:spPr>
              <a:xfrm>
                <a:off x="4749366" y="330075"/>
                <a:ext cx="1699500" cy="1699500"/>
              </a:xfrm>
              <a:prstGeom prst="rtTriangle">
                <a:avLst/>
              </a:prstGeom>
              <a:solidFill>
                <a:srgbClr val="FF98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78" name="Google Shape;78;p5"/>
          <p:cNvSpPr txBox="1">
            <a:spLocks noGrp="1"/>
          </p:cNvSpPr>
          <p:nvPr>
            <p:ph type="title"/>
          </p:nvPr>
        </p:nvSpPr>
        <p:spPr>
          <a:xfrm>
            <a:off x="814275" y="392575"/>
            <a:ext cx="5492400" cy="766200"/>
          </a:xfrm>
          <a:prstGeom prst="rect">
            <a:avLst/>
          </a:prstGeom>
        </p:spPr>
        <p:txBody>
          <a:bodyPr spcFirstLastPara="1" wrap="square" lIns="91425" tIns="91425" rIns="91425" bIns="91425" anchor="ctr" anchorCtr="0"/>
          <a:lstStyle>
            <a:lvl1pPr lvl="0">
              <a:spcBef>
                <a:spcPts val="0"/>
              </a:spcBef>
              <a:spcAft>
                <a:spcPts val="0"/>
              </a:spcAft>
              <a:buSzPts val="2000"/>
              <a:buNone/>
              <a:defRPr/>
            </a:lvl1pPr>
            <a:lvl2pPr lvl="1">
              <a:spcBef>
                <a:spcPts val="0"/>
              </a:spcBef>
              <a:spcAft>
                <a:spcPts val="0"/>
              </a:spcAft>
              <a:buSzPts val="2000"/>
              <a:buNone/>
              <a:defRPr/>
            </a:lvl2pPr>
            <a:lvl3pPr lvl="2">
              <a:spcBef>
                <a:spcPts val="0"/>
              </a:spcBef>
              <a:spcAft>
                <a:spcPts val="0"/>
              </a:spcAft>
              <a:buSzPts val="2000"/>
              <a:buNone/>
              <a:defRPr/>
            </a:lvl3pPr>
            <a:lvl4pPr lvl="3">
              <a:spcBef>
                <a:spcPts val="0"/>
              </a:spcBef>
              <a:spcAft>
                <a:spcPts val="0"/>
              </a:spcAft>
              <a:buSzPts val="2000"/>
              <a:buNone/>
              <a:defRPr/>
            </a:lvl4pPr>
            <a:lvl5pPr lvl="4">
              <a:spcBef>
                <a:spcPts val="0"/>
              </a:spcBef>
              <a:spcAft>
                <a:spcPts val="0"/>
              </a:spcAft>
              <a:buSzPts val="2000"/>
              <a:buNone/>
              <a:defRPr/>
            </a:lvl5pPr>
            <a:lvl6pPr lvl="5">
              <a:spcBef>
                <a:spcPts val="0"/>
              </a:spcBef>
              <a:spcAft>
                <a:spcPts val="0"/>
              </a:spcAft>
              <a:buSzPts val="2000"/>
              <a:buNone/>
              <a:defRPr/>
            </a:lvl6pPr>
            <a:lvl7pPr lvl="6">
              <a:spcBef>
                <a:spcPts val="0"/>
              </a:spcBef>
              <a:spcAft>
                <a:spcPts val="0"/>
              </a:spcAft>
              <a:buSzPts val="2000"/>
              <a:buNone/>
              <a:defRPr/>
            </a:lvl7pPr>
            <a:lvl8pPr lvl="7">
              <a:spcBef>
                <a:spcPts val="0"/>
              </a:spcBef>
              <a:spcAft>
                <a:spcPts val="0"/>
              </a:spcAft>
              <a:buSzPts val="2000"/>
              <a:buNone/>
              <a:defRPr/>
            </a:lvl8pPr>
            <a:lvl9pPr lvl="8">
              <a:spcBef>
                <a:spcPts val="0"/>
              </a:spcBef>
              <a:spcAft>
                <a:spcPts val="0"/>
              </a:spcAft>
              <a:buSzPts val="2000"/>
              <a:buNone/>
              <a:defRPr/>
            </a:lvl9pPr>
          </a:lstStyle>
          <a:p>
            <a:endParaRPr/>
          </a:p>
        </p:txBody>
      </p:sp>
      <p:sp>
        <p:nvSpPr>
          <p:cNvPr id="79" name="Google Shape;79;p5"/>
          <p:cNvSpPr txBox="1">
            <a:spLocks noGrp="1"/>
          </p:cNvSpPr>
          <p:nvPr>
            <p:ph type="body" idx="1"/>
          </p:nvPr>
        </p:nvSpPr>
        <p:spPr>
          <a:xfrm>
            <a:off x="814275" y="1327350"/>
            <a:ext cx="6132600" cy="3145500"/>
          </a:xfrm>
          <a:prstGeom prst="rect">
            <a:avLst/>
          </a:prstGeom>
        </p:spPr>
        <p:txBody>
          <a:bodyPr spcFirstLastPara="1" wrap="square" lIns="91425" tIns="91425" rIns="91425" bIns="91425" anchor="ctr" anchorCtr="0"/>
          <a:lstStyle>
            <a:lvl1pPr marL="457200" lvl="0" indent="-381000">
              <a:spcBef>
                <a:spcPts val="600"/>
              </a:spcBef>
              <a:spcAft>
                <a:spcPts val="0"/>
              </a:spcAft>
              <a:buSzPts val="2400"/>
              <a:buChar char="▰"/>
              <a:defRPr/>
            </a:lvl1pPr>
            <a:lvl2pPr marL="914400" lvl="1" indent="-381000">
              <a:spcBef>
                <a:spcPts val="1000"/>
              </a:spcBef>
              <a:spcAft>
                <a:spcPts val="0"/>
              </a:spcAft>
              <a:buSzPts val="2400"/>
              <a:buChar char="▻"/>
              <a:defRPr/>
            </a:lvl2pPr>
            <a:lvl3pPr marL="1371600" lvl="2" indent="-381000">
              <a:spcBef>
                <a:spcPts val="1000"/>
              </a:spcBef>
              <a:spcAft>
                <a:spcPts val="0"/>
              </a:spcAft>
              <a:buSzPts val="2400"/>
              <a:buChar char="▻"/>
              <a:defRPr/>
            </a:lvl3pPr>
            <a:lvl4pPr marL="1828800" lvl="3" indent="-381000">
              <a:spcBef>
                <a:spcPts val="1000"/>
              </a:spcBef>
              <a:spcAft>
                <a:spcPts val="0"/>
              </a:spcAft>
              <a:buSzPts val="2400"/>
              <a:buChar char="▻"/>
              <a:defRPr/>
            </a:lvl4pPr>
            <a:lvl5pPr marL="2286000" lvl="4" indent="-381000">
              <a:spcBef>
                <a:spcPts val="1000"/>
              </a:spcBef>
              <a:spcAft>
                <a:spcPts val="0"/>
              </a:spcAft>
              <a:buSzPts val="2400"/>
              <a:buChar char="▻"/>
              <a:defRPr/>
            </a:lvl5pPr>
            <a:lvl6pPr marL="2743200" lvl="5" indent="-381000">
              <a:spcBef>
                <a:spcPts val="1000"/>
              </a:spcBef>
              <a:spcAft>
                <a:spcPts val="0"/>
              </a:spcAft>
              <a:buSzPts val="2400"/>
              <a:buChar char="▻"/>
              <a:defRPr/>
            </a:lvl6pPr>
            <a:lvl7pPr marL="3200400" lvl="6" indent="-381000">
              <a:spcBef>
                <a:spcPts val="1000"/>
              </a:spcBef>
              <a:spcAft>
                <a:spcPts val="0"/>
              </a:spcAft>
              <a:buSzPts val="2400"/>
              <a:buChar char="▻"/>
              <a:defRPr/>
            </a:lvl7pPr>
            <a:lvl8pPr marL="3657600" lvl="7" indent="-381000">
              <a:spcBef>
                <a:spcPts val="1000"/>
              </a:spcBef>
              <a:spcAft>
                <a:spcPts val="0"/>
              </a:spcAft>
              <a:buSzPts val="2400"/>
              <a:buChar char="▻"/>
              <a:defRPr/>
            </a:lvl8pPr>
            <a:lvl9pPr marL="4114800" lvl="8" indent="-381000">
              <a:spcBef>
                <a:spcPts val="1000"/>
              </a:spcBef>
              <a:spcAft>
                <a:spcPts val="1000"/>
              </a:spcAft>
              <a:buSzPts val="2400"/>
              <a:buChar char="▻"/>
              <a:defRPr/>
            </a:lvl9pPr>
          </a:lstStyle>
          <a:p>
            <a:endParaRPr/>
          </a:p>
        </p:txBody>
      </p:sp>
      <p:sp>
        <p:nvSpPr>
          <p:cNvPr id="80" name="Google Shape;80;p5"/>
          <p:cNvSpPr txBox="1">
            <a:spLocks noGrp="1"/>
          </p:cNvSpPr>
          <p:nvPr>
            <p:ph type="sldNum" idx="12"/>
          </p:nvPr>
        </p:nvSpPr>
        <p:spPr>
          <a:xfrm>
            <a:off x="7618000" y="4636500"/>
            <a:ext cx="1487400" cy="315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lang="en-GB"/>
          </a:p>
        </p:txBody>
      </p:sp>
    </p:spTree>
  </p:cSld>
  <p:clrMapOvr>
    <a:masterClrMapping/>
  </p:clrMapOvr>
  <p:transition>
    <p:fade thruBlk="1"/>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 2 columns" type="twoColTx">
  <p:cSld name="TITLE_AND_TWO_COLUMNS">
    <p:spTree>
      <p:nvGrpSpPr>
        <p:cNvPr id="1" name="Shape 81"/>
        <p:cNvGrpSpPr/>
        <p:nvPr/>
      </p:nvGrpSpPr>
      <p:grpSpPr>
        <a:xfrm>
          <a:off x="0" y="0"/>
          <a:ext cx="0" cy="0"/>
          <a:chOff x="0" y="0"/>
          <a:chExt cx="0" cy="0"/>
        </a:xfrm>
      </p:grpSpPr>
      <p:grpSp>
        <p:nvGrpSpPr>
          <p:cNvPr id="82" name="Google Shape;82;p6"/>
          <p:cNvGrpSpPr/>
          <p:nvPr/>
        </p:nvGrpSpPr>
        <p:grpSpPr>
          <a:xfrm>
            <a:off x="-4" y="40"/>
            <a:ext cx="7072430" cy="1327315"/>
            <a:chOff x="-4" y="40"/>
            <a:chExt cx="7072430" cy="1327315"/>
          </a:xfrm>
        </p:grpSpPr>
        <p:sp>
          <p:nvSpPr>
            <p:cNvPr id="83" name="Google Shape;83;p6"/>
            <p:cNvSpPr/>
            <p:nvPr/>
          </p:nvSpPr>
          <p:spPr>
            <a:xfrm>
              <a:off x="6292649" y="126425"/>
              <a:ext cx="779700" cy="259800"/>
            </a:xfrm>
            <a:prstGeom prst="triangle">
              <a:avLst>
                <a:gd name="adj" fmla="val 32425"/>
              </a:avLst>
            </a:prstGeom>
            <a:solidFill>
              <a:srgbClr val="2632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Arvo" panose="02000000000000000000"/>
                <a:ea typeface="Arvo" panose="02000000000000000000"/>
                <a:cs typeface="Arvo" panose="02000000000000000000"/>
                <a:sym typeface="Arvo" panose="02000000000000000000"/>
              </a:endParaRPr>
            </a:p>
          </p:txBody>
        </p:sp>
        <p:grpSp>
          <p:nvGrpSpPr>
            <p:cNvPr id="84" name="Google Shape;84;p6"/>
            <p:cNvGrpSpPr/>
            <p:nvPr/>
          </p:nvGrpSpPr>
          <p:grpSpPr>
            <a:xfrm rot="10800000" flipH="1">
              <a:off x="3" y="40"/>
              <a:ext cx="6756168" cy="1327315"/>
              <a:chOff x="-2168138" y="330075"/>
              <a:chExt cx="8650663" cy="1699506"/>
            </a:xfrm>
          </p:grpSpPr>
          <p:sp>
            <p:nvSpPr>
              <p:cNvPr id="85" name="Google Shape;85;p6"/>
              <p:cNvSpPr/>
              <p:nvPr/>
            </p:nvSpPr>
            <p:spPr>
              <a:xfrm>
                <a:off x="-2168138" y="330081"/>
                <a:ext cx="6958200" cy="1699500"/>
              </a:xfrm>
              <a:prstGeom prst="rect">
                <a:avLst/>
              </a:prstGeom>
              <a:solidFill>
                <a:srgbClr val="C7D3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Arvo" panose="02000000000000000000"/>
                  <a:ea typeface="Arvo" panose="02000000000000000000"/>
                  <a:cs typeface="Arvo" panose="02000000000000000000"/>
                  <a:sym typeface="Arvo" panose="02000000000000000000"/>
                </a:endParaRPr>
              </a:p>
            </p:txBody>
          </p:sp>
          <p:sp>
            <p:nvSpPr>
              <p:cNvPr id="86" name="Google Shape;86;p6"/>
              <p:cNvSpPr/>
              <p:nvPr/>
            </p:nvSpPr>
            <p:spPr>
              <a:xfrm>
                <a:off x="4783025" y="330075"/>
                <a:ext cx="1699500" cy="1699500"/>
              </a:xfrm>
              <a:prstGeom prst="rtTriangle">
                <a:avLst/>
              </a:prstGeom>
              <a:solidFill>
                <a:srgbClr val="C7D3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Arvo" panose="02000000000000000000"/>
                  <a:ea typeface="Arvo" panose="02000000000000000000"/>
                  <a:cs typeface="Arvo" panose="02000000000000000000"/>
                  <a:sym typeface="Arvo" panose="02000000000000000000"/>
                </a:endParaRPr>
              </a:p>
            </p:txBody>
          </p:sp>
        </p:grpSp>
        <p:grpSp>
          <p:nvGrpSpPr>
            <p:cNvPr id="87" name="Google Shape;87;p6"/>
            <p:cNvGrpSpPr/>
            <p:nvPr/>
          </p:nvGrpSpPr>
          <p:grpSpPr>
            <a:xfrm rot="10800000" flipH="1">
              <a:off x="-4" y="381007"/>
              <a:ext cx="7072430" cy="771744"/>
              <a:chOff x="-9092084" y="330075"/>
              <a:chExt cx="15574609" cy="1699501"/>
            </a:xfrm>
          </p:grpSpPr>
          <p:sp>
            <p:nvSpPr>
              <p:cNvPr id="88" name="Google Shape;88;p6"/>
              <p:cNvSpPr/>
              <p:nvPr/>
            </p:nvSpPr>
            <p:spPr>
              <a:xfrm>
                <a:off x="-9092084" y="330076"/>
                <a:ext cx="13882200" cy="1699500"/>
              </a:xfrm>
              <a:prstGeom prst="rect">
                <a:avLst/>
              </a:prstGeom>
              <a:solidFill>
                <a:srgbClr val="3F537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Arvo" panose="02000000000000000000"/>
                  <a:ea typeface="Arvo" panose="02000000000000000000"/>
                  <a:cs typeface="Arvo" panose="02000000000000000000"/>
                  <a:sym typeface="Arvo" panose="02000000000000000000"/>
                </a:endParaRPr>
              </a:p>
            </p:txBody>
          </p:sp>
          <p:sp>
            <p:nvSpPr>
              <p:cNvPr id="89" name="Google Shape;89;p6"/>
              <p:cNvSpPr/>
              <p:nvPr/>
            </p:nvSpPr>
            <p:spPr>
              <a:xfrm>
                <a:off x="4783025" y="330075"/>
                <a:ext cx="1699500" cy="1699500"/>
              </a:xfrm>
              <a:prstGeom prst="rtTriangle">
                <a:avLst/>
              </a:prstGeom>
              <a:solidFill>
                <a:srgbClr val="3F537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Arvo" panose="02000000000000000000"/>
                  <a:ea typeface="Arvo" panose="02000000000000000000"/>
                  <a:cs typeface="Arvo" panose="02000000000000000000"/>
                  <a:sym typeface="Arvo" panose="02000000000000000000"/>
                </a:endParaRPr>
              </a:p>
            </p:txBody>
          </p:sp>
        </p:grpSp>
      </p:grpSp>
      <p:grpSp>
        <p:nvGrpSpPr>
          <p:cNvPr id="90" name="Google Shape;90;p6"/>
          <p:cNvGrpSpPr/>
          <p:nvPr/>
        </p:nvGrpSpPr>
        <p:grpSpPr>
          <a:xfrm>
            <a:off x="6946842" y="4472723"/>
            <a:ext cx="2202830" cy="670795"/>
            <a:chOff x="5575242" y="4472723"/>
            <a:chExt cx="2202830" cy="670795"/>
          </a:xfrm>
        </p:grpSpPr>
        <p:sp>
          <p:nvSpPr>
            <p:cNvPr id="91" name="Google Shape;91;p6"/>
            <p:cNvSpPr/>
            <p:nvPr/>
          </p:nvSpPr>
          <p:spPr>
            <a:xfrm rot="10800000">
              <a:off x="5575242" y="4948334"/>
              <a:ext cx="394200" cy="131400"/>
            </a:xfrm>
            <a:prstGeom prst="triangle">
              <a:avLst>
                <a:gd name="adj" fmla="val 32425"/>
              </a:avLst>
            </a:prstGeom>
            <a:solidFill>
              <a:srgbClr val="D26F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2" name="Google Shape;92;p6"/>
            <p:cNvGrpSpPr/>
            <p:nvPr/>
          </p:nvGrpSpPr>
          <p:grpSpPr>
            <a:xfrm flipH="1">
              <a:off x="5734850" y="4472723"/>
              <a:ext cx="2040837" cy="670795"/>
              <a:chOff x="1297954" y="330075"/>
              <a:chExt cx="5169293" cy="1699506"/>
            </a:xfrm>
          </p:grpSpPr>
          <p:sp>
            <p:nvSpPr>
              <p:cNvPr id="93" name="Google Shape;93;p6"/>
              <p:cNvSpPr/>
              <p:nvPr/>
            </p:nvSpPr>
            <p:spPr>
              <a:xfrm>
                <a:off x="1297954" y="330081"/>
                <a:ext cx="3476700" cy="1699500"/>
              </a:xfrm>
              <a:prstGeom prst="rect">
                <a:avLst/>
              </a:prstGeom>
              <a:solidFill>
                <a:srgbClr val="C7D3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 name="Google Shape;94;p6"/>
              <p:cNvSpPr/>
              <p:nvPr/>
            </p:nvSpPr>
            <p:spPr>
              <a:xfrm>
                <a:off x="4767747" y="330075"/>
                <a:ext cx="1699500" cy="1699500"/>
              </a:xfrm>
              <a:prstGeom prst="rtTriangle">
                <a:avLst/>
              </a:prstGeom>
              <a:solidFill>
                <a:srgbClr val="C7D3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5" name="Google Shape;95;p6"/>
            <p:cNvGrpSpPr/>
            <p:nvPr/>
          </p:nvGrpSpPr>
          <p:grpSpPr>
            <a:xfrm flipH="1">
              <a:off x="5578209" y="4646738"/>
              <a:ext cx="2199863" cy="304563"/>
              <a:chOff x="-5827153" y="330075"/>
              <a:chExt cx="12276019" cy="1699569"/>
            </a:xfrm>
          </p:grpSpPr>
          <p:sp>
            <p:nvSpPr>
              <p:cNvPr id="96" name="Google Shape;96;p6"/>
              <p:cNvSpPr/>
              <p:nvPr/>
            </p:nvSpPr>
            <p:spPr>
              <a:xfrm>
                <a:off x="-5827153" y="330144"/>
                <a:ext cx="10612200" cy="1699500"/>
              </a:xfrm>
              <a:prstGeom prst="rect">
                <a:avLst/>
              </a:prstGeom>
              <a:solidFill>
                <a:srgbClr val="FF98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 name="Google Shape;97;p6"/>
              <p:cNvSpPr/>
              <p:nvPr/>
            </p:nvSpPr>
            <p:spPr>
              <a:xfrm>
                <a:off x="4749366" y="330075"/>
                <a:ext cx="1699500" cy="1699500"/>
              </a:xfrm>
              <a:prstGeom prst="rtTriangle">
                <a:avLst/>
              </a:prstGeom>
              <a:solidFill>
                <a:srgbClr val="FF98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98" name="Google Shape;98;p6"/>
          <p:cNvSpPr txBox="1">
            <a:spLocks noGrp="1"/>
          </p:cNvSpPr>
          <p:nvPr>
            <p:ph type="title"/>
          </p:nvPr>
        </p:nvSpPr>
        <p:spPr>
          <a:xfrm>
            <a:off x="814275" y="392575"/>
            <a:ext cx="5258400" cy="766200"/>
          </a:xfrm>
          <a:prstGeom prst="rect">
            <a:avLst/>
          </a:prstGeom>
        </p:spPr>
        <p:txBody>
          <a:bodyPr spcFirstLastPara="1" wrap="square" lIns="91425" tIns="91425" rIns="91425" bIns="91425" anchor="ctr" anchorCtr="0"/>
          <a:lstStyle>
            <a:lvl1pPr lvl="0">
              <a:spcBef>
                <a:spcPts val="0"/>
              </a:spcBef>
              <a:spcAft>
                <a:spcPts val="0"/>
              </a:spcAft>
              <a:buSzPts val="2000"/>
              <a:buNone/>
              <a:defRPr/>
            </a:lvl1pPr>
            <a:lvl2pPr lvl="1">
              <a:spcBef>
                <a:spcPts val="0"/>
              </a:spcBef>
              <a:spcAft>
                <a:spcPts val="0"/>
              </a:spcAft>
              <a:buSzPts val="2000"/>
              <a:buNone/>
              <a:defRPr/>
            </a:lvl2pPr>
            <a:lvl3pPr lvl="2">
              <a:spcBef>
                <a:spcPts val="0"/>
              </a:spcBef>
              <a:spcAft>
                <a:spcPts val="0"/>
              </a:spcAft>
              <a:buSzPts val="2000"/>
              <a:buNone/>
              <a:defRPr/>
            </a:lvl3pPr>
            <a:lvl4pPr lvl="3">
              <a:spcBef>
                <a:spcPts val="0"/>
              </a:spcBef>
              <a:spcAft>
                <a:spcPts val="0"/>
              </a:spcAft>
              <a:buSzPts val="2000"/>
              <a:buNone/>
              <a:defRPr/>
            </a:lvl4pPr>
            <a:lvl5pPr lvl="4">
              <a:spcBef>
                <a:spcPts val="0"/>
              </a:spcBef>
              <a:spcAft>
                <a:spcPts val="0"/>
              </a:spcAft>
              <a:buSzPts val="2000"/>
              <a:buNone/>
              <a:defRPr/>
            </a:lvl5pPr>
            <a:lvl6pPr lvl="5">
              <a:spcBef>
                <a:spcPts val="0"/>
              </a:spcBef>
              <a:spcAft>
                <a:spcPts val="0"/>
              </a:spcAft>
              <a:buSzPts val="2000"/>
              <a:buNone/>
              <a:defRPr/>
            </a:lvl6pPr>
            <a:lvl7pPr lvl="6">
              <a:spcBef>
                <a:spcPts val="0"/>
              </a:spcBef>
              <a:spcAft>
                <a:spcPts val="0"/>
              </a:spcAft>
              <a:buSzPts val="2000"/>
              <a:buNone/>
              <a:defRPr/>
            </a:lvl7pPr>
            <a:lvl8pPr lvl="7">
              <a:spcBef>
                <a:spcPts val="0"/>
              </a:spcBef>
              <a:spcAft>
                <a:spcPts val="0"/>
              </a:spcAft>
              <a:buSzPts val="2000"/>
              <a:buNone/>
              <a:defRPr/>
            </a:lvl8pPr>
            <a:lvl9pPr lvl="8">
              <a:spcBef>
                <a:spcPts val="0"/>
              </a:spcBef>
              <a:spcAft>
                <a:spcPts val="0"/>
              </a:spcAft>
              <a:buSzPts val="2000"/>
              <a:buNone/>
              <a:defRPr/>
            </a:lvl9pPr>
          </a:lstStyle>
          <a:p>
            <a:endParaRPr/>
          </a:p>
        </p:txBody>
      </p:sp>
      <p:sp>
        <p:nvSpPr>
          <p:cNvPr id="99" name="Google Shape;99;p6"/>
          <p:cNvSpPr txBox="1">
            <a:spLocks noGrp="1"/>
          </p:cNvSpPr>
          <p:nvPr>
            <p:ph type="body" idx="1"/>
          </p:nvPr>
        </p:nvSpPr>
        <p:spPr>
          <a:xfrm>
            <a:off x="814275" y="1537988"/>
            <a:ext cx="3378300" cy="2724300"/>
          </a:xfrm>
          <a:prstGeom prst="rect">
            <a:avLst/>
          </a:prstGeom>
        </p:spPr>
        <p:txBody>
          <a:bodyPr spcFirstLastPara="1" wrap="square" lIns="91425" tIns="91425" rIns="91425" bIns="91425" anchor="t" anchorCtr="0"/>
          <a:lstStyle>
            <a:lvl1pPr marL="457200" lvl="0" indent="-355600">
              <a:spcBef>
                <a:spcPts val="600"/>
              </a:spcBef>
              <a:spcAft>
                <a:spcPts val="0"/>
              </a:spcAft>
              <a:buSzPts val="2000"/>
              <a:buChar char="▰"/>
              <a:defRPr sz="2000"/>
            </a:lvl1pPr>
            <a:lvl2pPr marL="914400" lvl="1" indent="-355600">
              <a:spcBef>
                <a:spcPts val="1000"/>
              </a:spcBef>
              <a:spcAft>
                <a:spcPts val="0"/>
              </a:spcAft>
              <a:buSzPts val="2000"/>
              <a:buChar char="▻"/>
              <a:defRPr sz="2000"/>
            </a:lvl2pPr>
            <a:lvl3pPr marL="1371600" lvl="2" indent="-355600">
              <a:spcBef>
                <a:spcPts val="1000"/>
              </a:spcBef>
              <a:spcAft>
                <a:spcPts val="0"/>
              </a:spcAft>
              <a:buSzPts val="2000"/>
              <a:buChar char="▻"/>
              <a:defRPr sz="2000"/>
            </a:lvl3pPr>
            <a:lvl4pPr marL="1828800" lvl="3" indent="-355600">
              <a:spcBef>
                <a:spcPts val="1000"/>
              </a:spcBef>
              <a:spcAft>
                <a:spcPts val="0"/>
              </a:spcAft>
              <a:buSzPts val="2000"/>
              <a:buChar char="▻"/>
              <a:defRPr sz="2000"/>
            </a:lvl4pPr>
            <a:lvl5pPr marL="2286000" lvl="4" indent="-355600">
              <a:spcBef>
                <a:spcPts val="1000"/>
              </a:spcBef>
              <a:spcAft>
                <a:spcPts val="0"/>
              </a:spcAft>
              <a:buSzPts val="2000"/>
              <a:buChar char="▻"/>
              <a:defRPr sz="2000"/>
            </a:lvl5pPr>
            <a:lvl6pPr marL="2743200" lvl="5" indent="-355600">
              <a:spcBef>
                <a:spcPts val="1000"/>
              </a:spcBef>
              <a:spcAft>
                <a:spcPts val="0"/>
              </a:spcAft>
              <a:buSzPts val="2000"/>
              <a:buChar char="▻"/>
              <a:defRPr sz="2000"/>
            </a:lvl6pPr>
            <a:lvl7pPr marL="3200400" lvl="6" indent="-355600">
              <a:spcBef>
                <a:spcPts val="1000"/>
              </a:spcBef>
              <a:spcAft>
                <a:spcPts val="0"/>
              </a:spcAft>
              <a:buSzPts val="2000"/>
              <a:buChar char="▻"/>
              <a:defRPr sz="2000"/>
            </a:lvl7pPr>
            <a:lvl8pPr marL="3657600" lvl="7" indent="-355600">
              <a:spcBef>
                <a:spcPts val="1000"/>
              </a:spcBef>
              <a:spcAft>
                <a:spcPts val="0"/>
              </a:spcAft>
              <a:buSzPts val="2000"/>
              <a:buChar char="▻"/>
              <a:defRPr sz="2000"/>
            </a:lvl8pPr>
            <a:lvl9pPr marL="4114800" lvl="8" indent="-355600">
              <a:spcBef>
                <a:spcPts val="1000"/>
              </a:spcBef>
              <a:spcAft>
                <a:spcPts val="1000"/>
              </a:spcAft>
              <a:buSzPts val="2000"/>
              <a:buChar char="▻"/>
              <a:defRPr sz="2000"/>
            </a:lvl9pPr>
          </a:lstStyle>
          <a:p>
            <a:endParaRPr/>
          </a:p>
        </p:txBody>
      </p:sp>
      <p:sp>
        <p:nvSpPr>
          <p:cNvPr id="100" name="Google Shape;100;p6"/>
          <p:cNvSpPr txBox="1">
            <a:spLocks noGrp="1"/>
          </p:cNvSpPr>
          <p:nvPr>
            <p:ph type="body" idx="2"/>
          </p:nvPr>
        </p:nvSpPr>
        <p:spPr>
          <a:xfrm>
            <a:off x="4396123" y="1537988"/>
            <a:ext cx="3378300" cy="2724300"/>
          </a:xfrm>
          <a:prstGeom prst="rect">
            <a:avLst/>
          </a:prstGeom>
        </p:spPr>
        <p:txBody>
          <a:bodyPr spcFirstLastPara="1" wrap="square" lIns="91425" tIns="91425" rIns="91425" bIns="91425" anchor="t" anchorCtr="0"/>
          <a:lstStyle>
            <a:lvl1pPr marL="457200" lvl="0" indent="-355600">
              <a:spcBef>
                <a:spcPts val="600"/>
              </a:spcBef>
              <a:spcAft>
                <a:spcPts val="0"/>
              </a:spcAft>
              <a:buSzPts val="2000"/>
              <a:buChar char="▰"/>
              <a:defRPr sz="2000"/>
            </a:lvl1pPr>
            <a:lvl2pPr marL="914400" lvl="1" indent="-355600">
              <a:spcBef>
                <a:spcPts val="1000"/>
              </a:spcBef>
              <a:spcAft>
                <a:spcPts val="0"/>
              </a:spcAft>
              <a:buSzPts val="2000"/>
              <a:buChar char="▻"/>
              <a:defRPr sz="2000"/>
            </a:lvl2pPr>
            <a:lvl3pPr marL="1371600" lvl="2" indent="-355600">
              <a:spcBef>
                <a:spcPts val="1000"/>
              </a:spcBef>
              <a:spcAft>
                <a:spcPts val="0"/>
              </a:spcAft>
              <a:buSzPts val="2000"/>
              <a:buChar char="▻"/>
              <a:defRPr sz="2000"/>
            </a:lvl3pPr>
            <a:lvl4pPr marL="1828800" lvl="3" indent="-355600">
              <a:spcBef>
                <a:spcPts val="1000"/>
              </a:spcBef>
              <a:spcAft>
                <a:spcPts val="0"/>
              </a:spcAft>
              <a:buSzPts val="2000"/>
              <a:buChar char="▻"/>
              <a:defRPr sz="2000"/>
            </a:lvl4pPr>
            <a:lvl5pPr marL="2286000" lvl="4" indent="-355600">
              <a:spcBef>
                <a:spcPts val="1000"/>
              </a:spcBef>
              <a:spcAft>
                <a:spcPts val="0"/>
              </a:spcAft>
              <a:buSzPts val="2000"/>
              <a:buChar char="▻"/>
              <a:defRPr sz="2000"/>
            </a:lvl5pPr>
            <a:lvl6pPr marL="2743200" lvl="5" indent="-355600">
              <a:spcBef>
                <a:spcPts val="1000"/>
              </a:spcBef>
              <a:spcAft>
                <a:spcPts val="0"/>
              </a:spcAft>
              <a:buSzPts val="2000"/>
              <a:buChar char="▻"/>
              <a:defRPr sz="2000"/>
            </a:lvl6pPr>
            <a:lvl7pPr marL="3200400" lvl="6" indent="-355600">
              <a:spcBef>
                <a:spcPts val="1000"/>
              </a:spcBef>
              <a:spcAft>
                <a:spcPts val="0"/>
              </a:spcAft>
              <a:buSzPts val="2000"/>
              <a:buChar char="▻"/>
              <a:defRPr sz="2000"/>
            </a:lvl7pPr>
            <a:lvl8pPr marL="3657600" lvl="7" indent="-355600">
              <a:spcBef>
                <a:spcPts val="1000"/>
              </a:spcBef>
              <a:spcAft>
                <a:spcPts val="0"/>
              </a:spcAft>
              <a:buSzPts val="2000"/>
              <a:buChar char="▻"/>
              <a:defRPr sz="2000"/>
            </a:lvl8pPr>
            <a:lvl9pPr marL="4114800" lvl="8" indent="-355600">
              <a:spcBef>
                <a:spcPts val="1000"/>
              </a:spcBef>
              <a:spcAft>
                <a:spcPts val="1000"/>
              </a:spcAft>
              <a:buSzPts val="2000"/>
              <a:buChar char="▻"/>
              <a:defRPr sz="2000"/>
            </a:lvl9pPr>
          </a:lstStyle>
          <a:p>
            <a:endParaRPr/>
          </a:p>
        </p:txBody>
      </p:sp>
      <p:sp>
        <p:nvSpPr>
          <p:cNvPr id="101" name="Google Shape;101;p6"/>
          <p:cNvSpPr txBox="1">
            <a:spLocks noGrp="1"/>
          </p:cNvSpPr>
          <p:nvPr>
            <p:ph type="sldNum" idx="12"/>
          </p:nvPr>
        </p:nvSpPr>
        <p:spPr>
          <a:xfrm>
            <a:off x="7618000" y="4636500"/>
            <a:ext cx="1487400" cy="315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lang="en-GB"/>
          </a:p>
        </p:txBody>
      </p:sp>
    </p:spTree>
  </p:cSld>
  <p:clrMapOvr>
    <a:masterClrMapping/>
  </p:clrMapOvr>
  <p:transition>
    <p:fade thruBlk="1"/>
  </p:transition>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814275" y="392575"/>
            <a:ext cx="5258400" cy="766200"/>
          </a:xfrm>
          <a:prstGeom prst="rect">
            <a:avLst/>
          </a:prstGeom>
          <a:noFill/>
          <a:ln>
            <a:noFill/>
          </a:ln>
        </p:spPr>
        <p:txBody>
          <a:bodyPr spcFirstLastPara="1" wrap="square" lIns="91425" tIns="91425" rIns="91425" bIns="91425" anchor="ctr" anchorCtr="0"/>
          <a:lstStyle>
            <a:lvl1pPr lvl="0">
              <a:spcBef>
                <a:spcPts val="0"/>
              </a:spcBef>
              <a:spcAft>
                <a:spcPts val="0"/>
              </a:spcAft>
              <a:buClr>
                <a:srgbClr val="FFFFFF"/>
              </a:buClr>
              <a:buSzPts val="2000"/>
              <a:buFont typeface="Roboto Condensed" panose="02000000000000000000"/>
              <a:buNone/>
              <a:defRPr sz="2000" b="1">
                <a:solidFill>
                  <a:srgbClr val="FFFFFF"/>
                </a:solidFill>
                <a:latin typeface="Roboto Condensed" panose="02000000000000000000"/>
                <a:ea typeface="Roboto Condensed" panose="02000000000000000000"/>
                <a:cs typeface="Roboto Condensed" panose="02000000000000000000"/>
                <a:sym typeface="Roboto Condensed" panose="02000000000000000000"/>
              </a:defRPr>
            </a:lvl1pPr>
            <a:lvl2pPr lvl="1">
              <a:spcBef>
                <a:spcPts val="0"/>
              </a:spcBef>
              <a:spcAft>
                <a:spcPts val="0"/>
              </a:spcAft>
              <a:buClr>
                <a:srgbClr val="FFFFFF"/>
              </a:buClr>
              <a:buSzPts val="2000"/>
              <a:buFont typeface="Roboto Condensed" panose="02000000000000000000"/>
              <a:buNone/>
              <a:defRPr sz="2000" b="1">
                <a:solidFill>
                  <a:srgbClr val="FFFFFF"/>
                </a:solidFill>
                <a:latin typeface="Roboto Condensed" panose="02000000000000000000"/>
                <a:ea typeface="Roboto Condensed" panose="02000000000000000000"/>
                <a:cs typeface="Roboto Condensed" panose="02000000000000000000"/>
                <a:sym typeface="Roboto Condensed" panose="02000000000000000000"/>
              </a:defRPr>
            </a:lvl2pPr>
            <a:lvl3pPr lvl="2">
              <a:spcBef>
                <a:spcPts val="0"/>
              </a:spcBef>
              <a:spcAft>
                <a:spcPts val="0"/>
              </a:spcAft>
              <a:buClr>
                <a:srgbClr val="FFFFFF"/>
              </a:buClr>
              <a:buSzPts val="2000"/>
              <a:buFont typeface="Roboto Condensed" panose="02000000000000000000"/>
              <a:buNone/>
              <a:defRPr sz="2000" b="1">
                <a:solidFill>
                  <a:srgbClr val="FFFFFF"/>
                </a:solidFill>
                <a:latin typeface="Roboto Condensed" panose="02000000000000000000"/>
                <a:ea typeface="Roboto Condensed" panose="02000000000000000000"/>
                <a:cs typeface="Roboto Condensed" panose="02000000000000000000"/>
                <a:sym typeface="Roboto Condensed" panose="02000000000000000000"/>
              </a:defRPr>
            </a:lvl3pPr>
            <a:lvl4pPr lvl="3">
              <a:spcBef>
                <a:spcPts val="0"/>
              </a:spcBef>
              <a:spcAft>
                <a:spcPts val="0"/>
              </a:spcAft>
              <a:buClr>
                <a:srgbClr val="FFFFFF"/>
              </a:buClr>
              <a:buSzPts val="2000"/>
              <a:buFont typeface="Roboto Condensed" panose="02000000000000000000"/>
              <a:buNone/>
              <a:defRPr sz="2000" b="1">
                <a:solidFill>
                  <a:srgbClr val="FFFFFF"/>
                </a:solidFill>
                <a:latin typeface="Roboto Condensed" panose="02000000000000000000"/>
                <a:ea typeface="Roboto Condensed" panose="02000000000000000000"/>
                <a:cs typeface="Roboto Condensed" panose="02000000000000000000"/>
                <a:sym typeface="Roboto Condensed" panose="02000000000000000000"/>
              </a:defRPr>
            </a:lvl4pPr>
            <a:lvl5pPr lvl="4">
              <a:spcBef>
                <a:spcPts val="0"/>
              </a:spcBef>
              <a:spcAft>
                <a:spcPts val="0"/>
              </a:spcAft>
              <a:buClr>
                <a:srgbClr val="FFFFFF"/>
              </a:buClr>
              <a:buSzPts val="2000"/>
              <a:buFont typeface="Roboto Condensed" panose="02000000000000000000"/>
              <a:buNone/>
              <a:defRPr sz="2000" b="1">
                <a:solidFill>
                  <a:srgbClr val="FFFFFF"/>
                </a:solidFill>
                <a:latin typeface="Roboto Condensed" panose="02000000000000000000"/>
                <a:ea typeface="Roboto Condensed" panose="02000000000000000000"/>
                <a:cs typeface="Roboto Condensed" panose="02000000000000000000"/>
                <a:sym typeface="Roboto Condensed" panose="02000000000000000000"/>
              </a:defRPr>
            </a:lvl5pPr>
            <a:lvl6pPr lvl="5">
              <a:spcBef>
                <a:spcPts val="0"/>
              </a:spcBef>
              <a:spcAft>
                <a:spcPts val="0"/>
              </a:spcAft>
              <a:buClr>
                <a:srgbClr val="FFFFFF"/>
              </a:buClr>
              <a:buSzPts val="2000"/>
              <a:buFont typeface="Roboto Condensed" panose="02000000000000000000"/>
              <a:buNone/>
              <a:defRPr sz="2000" b="1">
                <a:solidFill>
                  <a:srgbClr val="FFFFFF"/>
                </a:solidFill>
                <a:latin typeface="Roboto Condensed" panose="02000000000000000000"/>
                <a:ea typeface="Roboto Condensed" panose="02000000000000000000"/>
                <a:cs typeface="Roboto Condensed" panose="02000000000000000000"/>
                <a:sym typeface="Roboto Condensed" panose="02000000000000000000"/>
              </a:defRPr>
            </a:lvl6pPr>
            <a:lvl7pPr lvl="6">
              <a:spcBef>
                <a:spcPts val="0"/>
              </a:spcBef>
              <a:spcAft>
                <a:spcPts val="0"/>
              </a:spcAft>
              <a:buClr>
                <a:srgbClr val="FFFFFF"/>
              </a:buClr>
              <a:buSzPts val="2000"/>
              <a:buFont typeface="Roboto Condensed" panose="02000000000000000000"/>
              <a:buNone/>
              <a:defRPr sz="2000" b="1">
                <a:solidFill>
                  <a:srgbClr val="FFFFFF"/>
                </a:solidFill>
                <a:latin typeface="Roboto Condensed" panose="02000000000000000000"/>
                <a:ea typeface="Roboto Condensed" panose="02000000000000000000"/>
                <a:cs typeface="Roboto Condensed" panose="02000000000000000000"/>
                <a:sym typeface="Roboto Condensed" panose="02000000000000000000"/>
              </a:defRPr>
            </a:lvl7pPr>
            <a:lvl8pPr lvl="7">
              <a:spcBef>
                <a:spcPts val="0"/>
              </a:spcBef>
              <a:spcAft>
                <a:spcPts val="0"/>
              </a:spcAft>
              <a:buClr>
                <a:srgbClr val="FFFFFF"/>
              </a:buClr>
              <a:buSzPts val="2000"/>
              <a:buFont typeface="Roboto Condensed" panose="02000000000000000000"/>
              <a:buNone/>
              <a:defRPr sz="2000" b="1">
                <a:solidFill>
                  <a:srgbClr val="FFFFFF"/>
                </a:solidFill>
                <a:latin typeface="Roboto Condensed" panose="02000000000000000000"/>
                <a:ea typeface="Roboto Condensed" panose="02000000000000000000"/>
                <a:cs typeface="Roboto Condensed" panose="02000000000000000000"/>
                <a:sym typeface="Roboto Condensed" panose="02000000000000000000"/>
              </a:defRPr>
            </a:lvl8pPr>
            <a:lvl9pPr lvl="8">
              <a:spcBef>
                <a:spcPts val="0"/>
              </a:spcBef>
              <a:spcAft>
                <a:spcPts val="0"/>
              </a:spcAft>
              <a:buClr>
                <a:srgbClr val="FFFFFF"/>
              </a:buClr>
              <a:buSzPts val="2000"/>
              <a:buFont typeface="Roboto Condensed" panose="02000000000000000000"/>
              <a:buNone/>
              <a:defRPr sz="2000" b="1">
                <a:solidFill>
                  <a:srgbClr val="FFFFFF"/>
                </a:solidFill>
                <a:latin typeface="Roboto Condensed" panose="02000000000000000000"/>
                <a:ea typeface="Roboto Condensed" panose="02000000000000000000"/>
                <a:cs typeface="Roboto Condensed" panose="02000000000000000000"/>
                <a:sym typeface="Roboto Condensed" panose="02000000000000000000"/>
              </a:defRPr>
            </a:lvl9pPr>
          </a:lstStyle>
          <a:p>
            <a:endParaRPr/>
          </a:p>
        </p:txBody>
      </p:sp>
      <p:sp>
        <p:nvSpPr>
          <p:cNvPr id="7" name="Google Shape;7;p1"/>
          <p:cNvSpPr txBox="1">
            <a:spLocks noGrp="1"/>
          </p:cNvSpPr>
          <p:nvPr>
            <p:ph type="body" idx="1"/>
          </p:nvPr>
        </p:nvSpPr>
        <p:spPr>
          <a:xfrm>
            <a:off x="814275" y="1327350"/>
            <a:ext cx="6132600" cy="3145500"/>
          </a:xfrm>
          <a:prstGeom prst="rect">
            <a:avLst/>
          </a:prstGeom>
          <a:noFill/>
          <a:ln>
            <a:noFill/>
          </a:ln>
        </p:spPr>
        <p:txBody>
          <a:bodyPr spcFirstLastPara="1" wrap="square" lIns="91425" tIns="91425" rIns="91425" bIns="91425" anchor="ctr" anchorCtr="0"/>
          <a:lstStyle>
            <a:lvl1pPr marL="457200" lvl="0" indent="-381000">
              <a:spcBef>
                <a:spcPts val="600"/>
              </a:spcBef>
              <a:spcAft>
                <a:spcPts val="0"/>
              </a:spcAft>
              <a:buClr>
                <a:srgbClr val="C7D3E6"/>
              </a:buClr>
              <a:buSzPts val="2400"/>
              <a:buFont typeface="Roboto Condensed Light" panose="02000000000000000000"/>
              <a:buChar char="▰"/>
              <a:defRPr sz="2400">
                <a:solidFill>
                  <a:srgbClr val="263248"/>
                </a:solidFill>
                <a:latin typeface="Roboto Condensed Light" panose="02000000000000000000"/>
                <a:ea typeface="Roboto Condensed Light" panose="02000000000000000000"/>
                <a:cs typeface="Roboto Condensed Light" panose="02000000000000000000"/>
                <a:sym typeface="Roboto Condensed Light" panose="02000000000000000000"/>
              </a:defRPr>
            </a:lvl1pPr>
            <a:lvl2pPr marL="914400" lvl="1" indent="-381000">
              <a:spcBef>
                <a:spcPts val="1000"/>
              </a:spcBef>
              <a:spcAft>
                <a:spcPts val="0"/>
              </a:spcAft>
              <a:buClr>
                <a:srgbClr val="C7D3E6"/>
              </a:buClr>
              <a:buSzPts val="2400"/>
              <a:buFont typeface="Roboto Condensed Light" panose="02000000000000000000"/>
              <a:buChar char="▻"/>
              <a:defRPr sz="2400">
                <a:solidFill>
                  <a:srgbClr val="263248"/>
                </a:solidFill>
                <a:latin typeface="Roboto Condensed Light" panose="02000000000000000000"/>
                <a:ea typeface="Roboto Condensed Light" panose="02000000000000000000"/>
                <a:cs typeface="Roboto Condensed Light" panose="02000000000000000000"/>
                <a:sym typeface="Roboto Condensed Light" panose="02000000000000000000"/>
              </a:defRPr>
            </a:lvl2pPr>
            <a:lvl3pPr marL="1371600" lvl="2" indent="-381000">
              <a:spcBef>
                <a:spcPts val="1000"/>
              </a:spcBef>
              <a:spcAft>
                <a:spcPts val="0"/>
              </a:spcAft>
              <a:buClr>
                <a:srgbClr val="C7D3E6"/>
              </a:buClr>
              <a:buSzPts val="2400"/>
              <a:buFont typeface="Roboto Condensed Light" panose="02000000000000000000"/>
              <a:buChar char="▻"/>
              <a:defRPr sz="2400">
                <a:solidFill>
                  <a:srgbClr val="263248"/>
                </a:solidFill>
                <a:latin typeface="Roboto Condensed Light" panose="02000000000000000000"/>
                <a:ea typeface="Roboto Condensed Light" panose="02000000000000000000"/>
                <a:cs typeface="Roboto Condensed Light" panose="02000000000000000000"/>
                <a:sym typeface="Roboto Condensed Light" panose="02000000000000000000"/>
              </a:defRPr>
            </a:lvl3pPr>
            <a:lvl4pPr marL="1828800" lvl="3" indent="-381000">
              <a:spcBef>
                <a:spcPts val="1000"/>
              </a:spcBef>
              <a:spcAft>
                <a:spcPts val="0"/>
              </a:spcAft>
              <a:buClr>
                <a:srgbClr val="C7D3E6"/>
              </a:buClr>
              <a:buSzPts val="2400"/>
              <a:buFont typeface="Roboto Condensed Light" panose="02000000000000000000"/>
              <a:buChar char="▻"/>
              <a:defRPr sz="2400">
                <a:solidFill>
                  <a:srgbClr val="263248"/>
                </a:solidFill>
                <a:latin typeface="Roboto Condensed Light" panose="02000000000000000000"/>
                <a:ea typeface="Roboto Condensed Light" panose="02000000000000000000"/>
                <a:cs typeface="Roboto Condensed Light" panose="02000000000000000000"/>
                <a:sym typeface="Roboto Condensed Light" panose="02000000000000000000"/>
              </a:defRPr>
            </a:lvl4pPr>
            <a:lvl5pPr marL="2286000" lvl="4" indent="-381000">
              <a:spcBef>
                <a:spcPts val="1000"/>
              </a:spcBef>
              <a:spcAft>
                <a:spcPts val="0"/>
              </a:spcAft>
              <a:buClr>
                <a:srgbClr val="C7D3E6"/>
              </a:buClr>
              <a:buSzPts val="2400"/>
              <a:buFont typeface="Roboto Condensed Light" panose="02000000000000000000"/>
              <a:buChar char="▻"/>
              <a:defRPr sz="2400">
                <a:solidFill>
                  <a:srgbClr val="263248"/>
                </a:solidFill>
                <a:latin typeface="Roboto Condensed Light" panose="02000000000000000000"/>
                <a:ea typeface="Roboto Condensed Light" panose="02000000000000000000"/>
                <a:cs typeface="Roboto Condensed Light" panose="02000000000000000000"/>
                <a:sym typeface="Roboto Condensed Light" panose="02000000000000000000"/>
              </a:defRPr>
            </a:lvl5pPr>
            <a:lvl6pPr marL="2743200" lvl="5" indent="-381000">
              <a:spcBef>
                <a:spcPts val="1000"/>
              </a:spcBef>
              <a:spcAft>
                <a:spcPts val="0"/>
              </a:spcAft>
              <a:buClr>
                <a:srgbClr val="C7D3E6"/>
              </a:buClr>
              <a:buSzPts val="2400"/>
              <a:buFont typeface="Roboto Condensed Light" panose="02000000000000000000"/>
              <a:buChar char="▻"/>
              <a:defRPr sz="2400">
                <a:solidFill>
                  <a:srgbClr val="263248"/>
                </a:solidFill>
                <a:latin typeface="Roboto Condensed Light" panose="02000000000000000000"/>
                <a:ea typeface="Roboto Condensed Light" panose="02000000000000000000"/>
                <a:cs typeface="Roboto Condensed Light" panose="02000000000000000000"/>
                <a:sym typeface="Roboto Condensed Light" panose="02000000000000000000"/>
              </a:defRPr>
            </a:lvl6pPr>
            <a:lvl7pPr marL="3200400" lvl="6" indent="-381000">
              <a:spcBef>
                <a:spcPts val="1000"/>
              </a:spcBef>
              <a:spcAft>
                <a:spcPts val="0"/>
              </a:spcAft>
              <a:buClr>
                <a:srgbClr val="C7D3E6"/>
              </a:buClr>
              <a:buSzPts val="2400"/>
              <a:buFont typeface="Roboto Condensed Light" panose="02000000000000000000"/>
              <a:buChar char="▻"/>
              <a:defRPr sz="2400">
                <a:solidFill>
                  <a:srgbClr val="263248"/>
                </a:solidFill>
                <a:latin typeface="Roboto Condensed Light" panose="02000000000000000000"/>
                <a:ea typeface="Roboto Condensed Light" panose="02000000000000000000"/>
                <a:cs typeface="Roboto Condensed Light" panose="02000000000000000000"/>
                <a:sym typeface="Roboto Condensed Light" panose="02000000000000000000"/>
              </a:defRPr>
            </a:lvl7pPr>
            <a:lvl8pPr marL="3657600" lvl="7" indent="-381000">
              <a:spcBef>
                <a:spcPts val="1000"/>
              </a:spcBef>
              <a:spcAft>
                <a:spcPts val="0"/>
              </a:spcAft>
              <a:buClr>
                <a:srgbClr val="C7D3E6"/>
              </a:buClr>
              <a:buSzPts val="2400"/>
              <a:buFont typeface="Roboto Condensed Light" panose="02000000000000000000"/>
              <a:buChar char="▻"/>
              <a:defRPr sz="2400">
                <a:solidFill>
                  <a:srgbClr val="263248"/>
                </a:solidFill>
                <a:latin typeface="Roboto Condensed Light" panose="02000000000000000000"/>
                <a:ea typeface="Roboto Condensed Light" panose="02000000000000000000"/>
                <a:cs typeface="Roboto Condensed Light" panose="02000000000000000000"/>
                <a:sym typeface="Roboto Condensed Light" panose="02000000000000000000"/>
              </a:defRPr>
            </a:lvl8pPr>
            <a:lvl9pPr marL="4114800" lvl="8" indent="-381000">
              <a:spcBef>
                <a:spcPts val="1000"/>
              </a:spcBef>
              <a:spcAft>
                <a:spcPts val="1000"/>
              </a:spcAft>
              <a:buClr>
                <a:srgbClr val="C7D3E6"/>
              </a:buClr>
              <a:buSzPts val="2400"/>
              <a:buFont typeface="Roboto Condensed Light" panose="02000000000000000000"/>
              <a:buChar char="▻"/>
              <a:defRPr sz="2400">
                <a:solidFill>
                  <a:srgbClr val="263248"/>
                </a:solidFill>
                <a:latin typeface="Roboto Condensed Light" panose="02000000000000000000"/>
                <a:ea typeface="Roboto Condensed Light" panose="02000000000000000000"/>
                <a:cs typeface="Roboto Condensed Light" panose="02000000000000000000"/>
                <a:sym typeface="Roboto Condensed Light" panose="02000000000000000000"/>
              </a:defRPr>
            </a:lvl9pPr>
          </a:lstStyle>
          <a:p>
            <a:endParaRPr/>
          </a:p>
        </p:txBody>
      </p:sp>
      <p:sp>
        <p:nvSpPr>
          <p:cNvPr id="8" name="Google Shape;8;p1"/>
          <p:cNvSpPr txBox="1">
            <a:spLocks noGrp="1"/>
          </p:cNvSpPr>
          <p:nvPr>
            <p:ph type="sldNum" idx="12"/>
          </p:nvPr>
        </p:nvSpPr>
        <p:spPr>
          <a:xfrm>
            <a:off x="7618000" y="4636500"/>
            <a:ext cx="1487400" cy="315600"/>
          </a:xfrm>
          <a:prstGeom prst="rect">
            <a:avLst/>
          </a:prstGeom>
          <a:noFill/>
          <a:ln>
            <a:noFill/>
          </a:ln>
        </p:spPr>
        <p:txBody>
          <a:bodyPr spcFirstLastPara="1" wrap="square" lIns="91425" tIns="91425" rIns="91425" bIns="91425" anchor="ctr" anchorCtr="0">
            <a:noAutofit/>
          </a:bodyPr>
          <a:lstStyle>
            <a:lvl1pPr lvl="0" algn="r">
              <a:buNone/>
              <a:defRPr sz="1200" b="1">
                <a:solidFill>
                  <a:srgbClr val="FFFFFF"/>
                </a:solidFill>
                <a:latin typeface="Roboto Condensed" panose="02000000000000000000"/>
                <a:ea typeface="Roboto Condensed" panose="02000000000000000000"/>
                <a:cs typeface="Roboto Condensed" panose="02000000000000000000"/>
                <a:sym typeface="Roboto Condensed" panose="02000000000000000000"/>
              </a:defRPr>
            </a:lvl1pPr>
            <a:lvl2pPr lvl="1" algn="r">
              <a:buNone/>
              <a:defRPr sz="1200" b="1">
                <a:solidFill>
                  <a:srgbClr val="FFFFFF"/>
                </a:solidFill>
                <a:latin typeface="Roboto Condensed" panose="02000000000000000000"/>
                <a:ea typeface="Roboto Condensed" panose="02000000000000000000"/>
                <a:cs typeface="Roboto Condensed" panose="02000000000000000000"/>
                <a:sym typeface="Roboto Condensed" panose="02000000000000000000"/>
              </a:defRPr>
            </a:lvl2pPr>
            <a:lvl3pPr lvl="2" algn="r">
              <a:buNone/>
              <a:defRPr sz="1200" b="1">
                <a:solidFill>
                  <a:srgbClr val="FFFFFF"/>
                </a:solidFill>
                <a:latin typeface="Roboto Condensed" panose="02000000000000000000"/>
                <a:ea typeface="Roboto Condensed" panose="02000000000000000000"/>
                <a:cs typeface="Roboto Condensed" panose="02000000000000000000"/>
                <a:sym typeface="Roboto Condensed" panose="02000000000000000000"/>
              </a:defRPr>
            </a:lvl3pPr>
            <a:lvl4pPr lvl="3" algn="r">
              <a:buNone/>
              <a:defRPr sz="1200" b="1">
                <a:solidFill>
                  <a:srgbClr val="FFFFFF"/>
                </a:solidFill>
                <a:latin typeface="Roboto Condensed" panose="02000000000000000000"/>
                <a:ea typeface="Roboto Condensed" panose="02000000000000000000"/>
                <a:cs typeface="Roboto Condensed" panose="02000000000000000000"/>
                <a:sym typeface="Roboto Condensed" panose="02000000000000000000"/>
              </a:defRPr>
            </a:lvl4pPr>
            <a:lvl5pPr lvl="4" algn="r">
              <a:buNone/>
              <a:defRPr sz="1200" b="1">
                <a:solidFill>
                  <a:srgbClr val="FFFFFF"/>
                </a:solidFill>
                <a:latin typeface="Roboto Condensed" panose="02000000000000000000"/>
                <a:ea typeface="Roboto Condensed" panose="02000000000000000000"/>
                <a:cs typeface="Roboto Condensed" panose="02000000000000000000"/>
                <a:sym typeface="Roboto Condensed" panose="02000000000000000000"/>
              </a:defRPr>
            </a:lvl5pPr>
            <a:lvl6pPr lvl="5" algn="r">
              <a:buNone/>
              <a:defRPr sz="1200" b="1">
                <a:solidFill>
                  <a:srgbClr val="FFFFFF"/>
                </a:solidFill>
                <a:latin typeface="Roboto Condensed" panose="02000000000000000000"/>
                <a:ea typeface="Roboto Condensed" panose="02000000000000000000"/>
                <a:cs typeface="Roboto Condensed" panose="02000000000000000000"/>
                <a:sym typeface="Roboto Condensed" panose="02000000000000000000"/>
              </a:defRPr>
            </a:lvl6pPr>
            <a:lvl7pPr lvl="6" algn="r">
              <a:buNone/>
              <a:defRPr sz="1200" b="1">
                <a:solidFill>
                  <a:srgbClr val="FFFFFF"/>
                </a:solidFill>
                <a:latin typeface="Roboto Condensed" panose="02000000000000000000"/>
                <a:ea typeface="Roboto Condensed" panose="02000000000000000000"/>
                <a:cs typeface="Roboto Condensed" panose="02000000000000000000"/>
                <a:sym typeface="Roboto Condensed" panose="02000000000000000000"/>
              </a:defRPr>
            </a:lvl7pPr>
            <a:lvl8pPr lvl="7" algn="r">
              <a:buNone/>
              <a:defRPr sz="1200" b="1">
                <a:solidFill>
                  <a:srgbClr val="FFFFFF"/>
                </a:solidFill>
                <a:latin typeface="Roboto Condensed" panose="02000000000000000000"/>
                <a:ea typeface="Roboto Condensed" panose="02000000000000000000"/>
                <a:cs typeface="Roboto Condensed" panose="02000000000000000000"/>
                <a:sym typeface="Roboto Condensed" panose="02000000000000000000"/>
              </a:defRPr>
            </a:lvl8pPr>
            <a:lvl9pPr lvl="8" algn="r">
              <a:buNone/>
              <a:defRPr sz="1200" b="1">
                <a:solidFill>
                  <a:srgbClr val="FFFFFF"/>
                </a:solidFill>
                <a:latin typeface="Roboto Condensed" panose="02000000000000000000"/>
                <a:ea typeface="Roboto Condensed" panose="02000000000000000000"/>
                <a:cs typeface="Roboto Condensed" panose="02000000000000000000"/>
                <a:sym typeface="Roboto Condensed" panose="02000000000000000000"/>
              </a:defRPr>
            </a:lvl9pPr>
          </a:lstStyle>
          <a:p>
            <a:pPr marL="0" lvl="0" indent="0" algn="r" rtl="0">
              <a:spcBef>
                <a:spcPts val="0"/>
              </a:spcBef>
              <a:spcAft>
                <a:spcPts val="0"/>
              </a:spcAft>
              <a:buNone/>
            </a:pPr>
            <a:fld id="{00000000-1234-1234-1234-123412341234}" type="slidenum">
              <a:rPr lang="en-GB"/>
              <a:t>‹#›</a:t>
            </a:fld>
            <a:endParaRPr lang="en-GB"/>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Lst>
  <p:transition>
    <p:fade thruBlk="1"/>
  </p:transition>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image" Target="../media/image3.jfif"/><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image" Target="../media/image4.jfif"/><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image" Target="../media/image5.jfif"/><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83"/>
        <p:cNvGrpSpPr/>
        <p:nvPr/>
      </p:nvGrpSpPr>
      <p:grpSpPr>
        <a:xfrm>
          <a:off x="0" y="0"/>
          <a:ext cx="0" cy="0"/>
          <a:chOff x="0" y="0"/>
          <a:chExt cx="0" cy="0"/>
        </a:xfrm>
      </p:grpSpPr>
      <p:sp>
        <p:nvSpPr>
          <p:cNvPr id="184" name="Google Shape;184;p11"/>
          <p:cNvSpPr txBox="1">
            <a:spLocks noGrp="1"/>
          </p:cNvSpPr>
          <p:nvPr>
            <p:ph type="ctrTitle"/>
          </p:nvPr>
        </p:nvSpPr>
        <p:spPr>
          <a:xfrm>
            <a:off x="210015" y="1102471"/>
            <a:ext cx="7053146" cy="2938557"/>
          </a:xfrm>
          <a:prstGeom prst="rect">
            <a:avLst/>
          </a:prstGeom>
        </p:spPr>
        <p:txBody>
          <a:bodyPr spcFirstLastPara="1" wrap="square" lIns="91425" tIns="91425" rIns="91425" bIns="91425" anchor="ctr" anchorCtr="0">
            <a:noAutofit/>
          </a:bodyPr>
          <a:lstStyle/>
          <a:p>
            <a:pPr lvl="0"/>
            <a:r>
              <a:rPr lang="en-US" sz="7200" dirty="0">
                <a:solidFill>
                  <a:schemeClr val="bg1"/>
                </a:solidFill>
              </a:rPr>
              <a:t>Exception</a:t>
            </a:r>
            <a:br>
              <a:rPr lang="en-US" sz="7200" dirty="0">
                <a:solidFill>
                  <a:schemeClr val="bg1"/>
                </a:solidFill>
              </a:rPr>
            </a:br>
            <a:r>
              <a:rPr lang="en-US" sz="7200" dirty="0">
                <a:solidFill>
                  <a:schemeClr val="bg1"/>
                </a:solidFill>
              </a:rPr>
              <a:t>Handling</a:t>
            </a:r>
            <a:endParaRPr sz="7200" dirty="0">
              <a:solidFill>
                <a:schemeClr val="bg1"/>
              </a:solidFill>
            </a:endParaRPr>
          </a:p>
        </p:txBody>
      </p:sp>
      <p:sp>
        <p:nvSpPr>
          <p:cNvPr id="2" name="Rectangle 1"/>
          <p:cNvSpPr/>
          <p:nvPr/>
        </p:nvSpPr>
        <p:spPr>
          <a:xfrm>
            <a:off x="210015" y="4243018"/>
            <a:ext cx="4572000" cy="400110"/>
          </a:xfrm>
          <a:prstGeom prst="rect">
            <a:avLst/>
          </a:prstGeom>
        </p:spPr>
        <p:txBody>
          <a:bodyPr>
            <a:spAutoFit/>
          </a:bodyPr>
          <a:lstStyle/>
          <a:p>
            <a:r>
              <a:rPr lang="en-US" sz="2000" dirty="0"/>
              <a:t>Leo Gabriel Villanueva</a:t>
            </a:r>
          </a:p>
        </p:txBody>
      </p:sp>
      <p:pic>
        <p:nvPicPr>
          <p:cNvPr id="4" name="Picture 3" descr="A group of people posing for the camera&#10;&#10;Description automatically generated"/>
          <p:cNvPicPr>
            <a:picLocks noChangeAspect="1"/>
          </p:cNvPicPr>
          <p:nvPr/>
        </p:nvPicPr>
        <p:blipFill>
          <a:blip r:embed="rId3"/>
          <a:stretch>
            <a:fillRect/>
          </a:stretch>
        </p:blipFill>
        <p:spPr>
          <a:xfrm>
            <a:off x="0" y="0"/>
            <a:ext cx="9144000" cy="5143500"/>
          </a:xfrm>
          <a:prstGeom prst="rect">
            <a:avLst/>
          </a:prstGeom>
        </p:spPr>
      </p:pic>
      <p:sp>
        <p:nvSpPr>
          <p:cNvPr id="5" name="TextBox 4"/>
          <p:cNvSpPr txBox="1"/>
          <p:nvPr/>
        </p:nvSpPr>
        <p:spPr>
          <a:xfrm>
            <a:off x="2636595" y="2342055"/>
            <a:ext cx="3826689" cy="446276"/>
          </a:xfrm>
          <a:prstGeom prst="rect">
            <a:avLst/>
          </a:prstGeom>
          <a:noFill/>
        </p:spPr>
        <p:txBody>
          <a:bodyPr wrap="none" rtlCol="0">
            <a:spAutoFit/>
          </a:bodyPr>
          <a:lstStyle/>
          <a:p>
            <a:r>
              <a:rPr lang="en-PH" sz="2300" b="1" dirty="0">
                <a:solidFill>
                  <a:schemeClr val="bg1"/>
                </a:solidFill>
                <a:latin typeface="Roboto Condensed" panose="02000000000000000000" charset="0"/>
                <a:ea typeface="Roboto Condensed" panose="02000000000000000000" charset="0"/>
              </a:rPr>
              <a:t>Fundamentals of Programming</a:t>
            </a:r>
          </a:p>
        </p:txBody>
      </p:sp>
      <p:sp>
        <p:nvSpPr>
          <p:cNvPr id="6" name="Rectangle: Rounded Corners 5"/>
          <p:cNvSpPr/>
          <p:nvPr/>
        </p:nvSpPr>
        <p:spPr>
          <a:xfrm>
            <a:off x="2636595" y="2850650"/>
            <a:ext cx="4072269" cy="578781"/>
          </a:xfrm>
          <a:prstGeom prst="round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Font typeface="Wingdings" panose="05000000000000000000" pitchFamily="2" charset="2"/>
              <a:buNone/>
            </a:pPr>
            <a:r>
              <a:rPr lang="en-US" altLang="en-US" dirty="0"/>
              <a:t>LEO GABRIEL V. VILLANUEVA, MIT</a:t>
            </a:r>
          </a:p>
        </p:txBody>
      </p:sp>
    </p:spTree>
  </p:cSld>
  <p:clrMapOvr>
    <a:masterClrMapping/>
  </p:clrMapOvr>
  <p:transition>
    <p:fade thruBlk="1"/>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PH" dirty="0"/>
              <a:t>Basic Structure in Java Programming Language</a:t>
            </a:r>
          </a:p>
        </p:txBody>
      </p:sp>
      <p:sp>
        <p:nvSpPr>
          <p:cNvPr id="3" name="Text Placeholder 2"/>
          <p:cNvSpPr>
            <a:spLocks noGrp="1"/>
          </p:cNvSpPr>
          <p:nvPr>
            <p:ph type="body" idx="1"/>
          </p:nvPr>
        </p:nvSpPr>
        <p:spPr>
          <a:xfrm>
            <a:off x="140125" y="1308259"/>
            <a:ext cx="8463308" cy="2724300"/>
          </a:xfrm>
        </p:spPr>
        <p:txBody>
          <a:bodyPr/>
          <a:lstStyle/>
          <a:p>
            <a:r>
              <a:rPr lang="en-PH" sz="2200" dirty="0">
                <a:latin typeface="Roboto Condensed" panose="02000000000000000000" pitchFamily="2" charset="0"/>
                <a:ea typeface="Roboto Condensed" panose="02000000000000000000" pitchFamily="2" charset="0"/>
                <a:cs typeface="Roboto Condensed" panose="02000000000000000000" pitchFamily="2" charset="0"/>
              </a:rPr>
              <a:t>1.1 Computer Systems</a:t>
            </a:r>
          </a:p>
          <a:p>
            <a:r>
              <a:rPr lang="en-PH" sz="2200" dirty="0">
                <a:latin typeface="Roboto Condensed" panose="02000000000000000000" pitchFamily="2" charset="0"/>
                <a:ea typeface="Roboto Condensed" panose="02000000000000000000" pitchFamily="2" charset="0"/>
                <a:cs typeface="Roboto Condensed" panose="02000000000000000000" pitchFamily="2" charset="0"/>
              </a:rPr>
              <a:t>1.2 Programming Tools</a:t>
            </a:r>
          </a:p>
          <a:p>
            <a:r>
              <a:rPr lang="en-PH" sz="2200" dirty="0">
                <a:latin typeface="Roboto Condensed" panose="02000000000000000000" pitchFamily="2" charset="0"/>
                <a:ea typeface="Roboto Condensed" panose="02000000000000000000" pitchFamily="2" charset="0"/>
                <a:cs typeface="Roboto Condensed" panose="02000000000000000000" pitchFamily="2" charset="0"/>
              </a:rPr>
              <a:t>1.3 Basic Steps in Problem Solving</a:t>
            </a:r>
          </a:p>
          <a:p>
            <a:pPr lvl="1"/>
            <a:r>
              <a:rPr lang="en-PH" sz="2200" dirty="0">
                <a:latin typeface="Roboto Condensed" panose="02000000000000000000" pitchFamily="2" charset="0"/>
                <a:ea typeface="Roboto Condensed" panose="02000000000000000000" pitchFamily="2" charset="0"/>
                <a:cs typeface="Roboto Condensed" panose="02000000000000000000" pitchFamily="2" charset="0"/>
              </a:rPr>
              <a:t>Problem Definition</a:t>
            </a:r>
          </a:p>
          <a:p>
            <a:pPr lvl="1"/>
            <a:r>
              <a:rPr lang="en-PH" sz="2200" dirty="0">
                <a:latin typeface="Roboto Condensed" panose="02000000000000000000" pitchFamily="2" charset="0"/>
                <a:ea typeface="Roboto Condensed" panose="02000000000000000000" pitchFamily="2" charset="0"/>
                <a:cs typeface="Roboto Condensed" panose="02000000000000000000" pitchFamily="2" charset="0"/>
              </a:rPr>
              <a:t>Problem Analysis</a:t>
            </a:r>
          </a:p>
          <a:p>
            <a:pPr lvl="1"/>
            <a:r>
              <a:rPr lang="en-PH" sz="2200" dirty="0">
                <a:latin typeface="Roboto Condensed" panose="02000000000000000000" pitchFamily="2" charset="0"/>
                <a:ea typeface="Roboto Condensed" panose="02000000000000000000" pitchFamily="2" charset="0"/>
                <a:cs typeface="Roboto Condensed" panose="02000000000000000000" pitchFamily="2" charset="0"/>
              </a:rPr>
              <a:t>Algorithm Design &amp; Representation (Flowcharting)</a:t>
            </a:r>
          </a:p>
          <a:p>
            <a:r>
              <a:rPr lang="en-PH" sz="2200" dirty="0">
                <a:latin typeface="Roboto Condensed" panose="02000000000000000000" pitchFamily="2" charset="0"/>
                <a:ea typeface="Roboto Condensed" panose="02000000000000000000" pitchFamily="2" charset="0"/>
                <a:cs typeface="Roboto Condensed" panose="02000000000000000000" pitchFamily="2" charset="0"/>
              </a:rPr>
              <a:t>1.4 </a:t>
            </a:r>
            <a:r>
              <a:rPr lang="en-PH" sz="2200" b="1" dirty="0">
                <a:latin typeface="Roboto Condensed" panose="02000000000000000000" pitchFamily="2" charset="0"/>
                <a:ea typeface="Roboto Condensed" panose="02000000000000000000" pitchFamily="2" charset="0"/>
                <a:cs typeface="Roboto Condensed" panose="02000000000000000000" pitchFamily="2" charset="0"/>
              </a:rPr>
              <a:t>Coding &amp; Debugging</a:t>
            </a:r>
          </a:p>
        </p:txBody>
      </p:sp>
      <p:sp>
        <p:nvSpPr>
          <p:cNvPr id="5" name="Slide Number Placeholder 4"/>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t>2</a:t>
            </a:fld>
            <a:endParaRPr lang="en-GB"/>
          </a:p>
        </p:txBody>
      </p:sp>
      <p:grpSp>
        <p:nvGrpSpPr>
          <p:cNvPr id="6" name="Google Shape;194;p12"/>
          <p:cNvGrpSpPr/>
          <p:nvPr/>
        </p:nvGrpSpPr>
        <p:grpSpPr>
          <a:xfrm>
            <a:off x="293683" y="574116"/>
            <a:ext cx="309041" cy="403123"/>
            <a:chOff x="590250" y="244200"/>
            <a:chExt cx="407975" cy="532175"/>
          </a:xfrm>
        </p:grpSpPr>
        <p:sp>
          <p:nvSpPr>
            <p:cNvPr id="7" name="Google Shape;195;p12"/>
            <p:cNvSpPr/>
            <p:nvPr/>
          </p:nvSpPr>
          <p:spPr>
            <a:xfrm>
              <a:off x="623125" y="313625"/>
              <a:ext cx="375100" cy="462750"/>
            </a:xfrm>
            <a:custGeom>
              <a:avLst/>
              <a:gdLst/>
              <a:ahLst/>
              <a:cxnLst/>
              <a:rect l="l" t="t" r="r" b="b"/>
              <a:pathLst>
                <a:path w="15004" h="18510" fill="none" extrusionOk="0">
                  <a:moveTo>
                    <a:pt x="1" y="17536"/>
                  </a:moveTo>
                  <a:lnTo>
                    <a:pt x="1" y="17536"/>
                  </a:lnTo>
                  <a:lnTo>
                    <a:pt x="1" y="17536"/>
                  </a:lnTo>
                  <a:lnTo>
                    <a:pt x="25" y="17682"/>
                  </a:lnTo>
                  <a:lnTo>
                    <a:pt x="49" y="17852"/>
                  </a:lnTo>
                  <a:lnTo>
                    <a:pt x="123" y="18023"/>
                  </a:lnTo>
                  <a:lnTo>
                    <a:pt x="220" y="18193"/>
                  </a:lnTo>
                  <a:lnTo>
                    <a:pt x="293" y="18291"/>
                  </a:lnTo>
                  <a:lnTo>
                    <a:pt x="390" y="18364"/>
                  </a:lnTo>
                  <a:lnTo>
                    <a:pt x="488" y="18412"/>
                  </a:lnTo>
                  <a:lnTo>
                    <a:pt x="610" y="18461"/>
                  </a:lnTo>
                  <a:lnTo>
                    <a:pt x="756" y="18510"/>
                  </a:lnTo>
                  <a:lnTo>
                    <a:pt x="926" y="18510"/>
                  </a:lnTo>
                  <a:lnTo>
                    <a:pt x="14468" y="18510"/>
                  </a:lnTo>
                  <a:lnTo>
                    <a:pt x="14468" y="18510"/>
                  </a:lnTo>
                  <a:lnTo>
                    <a:pt x="14541" y="18510"/>
                  </a:lnTo>
                  <a:lnTo>
                    <a:pt x="14614" y="18485"/>
                  </a:lnTo>
                  <a:lnTo>
                    <a:pt x="14736" y="18412"/>
                  </a:lnTo>
                  <a:lnTo>
                    <a:pt x="14833" y="18291"/>
                  </a:lnTo>
                  <a:lnTo>
                    <a:pt x="14906" y="18144"/>
                  </a:lnTo>
                  <a:lnTo>
                    <a:pt x="14955" y="17974"/>
                  </a:lnTo>
                  <a:lnTo>
                    <a:pt x="14979" y="17779"/>
                  </a:lnTo>
                  <a:lnTo>
                    <a:pt x="15003" y="17438"/>
                  </a:lnTo>
                  <a:lnTo>
                    <a:pt x="15003" y="487"/>
                  </a:lnTo>
                  <a:lnTo>
                    <a:pt x="15003" y="487"/>
                  </a:lnTo>
                  <a:lnTo>
                    <a:pt x="15003" y="341"/>
                  </a:lnTo>
                  <a:lnTo>
                    <a:pt x="14979" y="219"/>
                  </a:lnTo>
                  <a:lnTo>
                    <a:pt x="14955" y="146"/>
                  </a:lnTo>
                  <a:lnTo>
                    <a:pt x="14906" y="73"/>
                  </a:lnTo>
                  <a:lnTo>
                    <a:pt x="14833" y="49"/>
                  </a:lnTo>
                  <a:lnTo>
                    <a:pt x="14736" y="24"/>
                  </a:lnTo>
                  <a:lnTo>
                    <a:pt x="14468" y="0"/>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196;p12"/>
            <p:cNvSpPr/>
            <p:nvPr/>
          </p:nvSpPr>
          <p:spPr>
            <a:xfrm>
              <a:off x="590250" y="269775"/>
              <a:ext cx="377525" cy="462775"/>
            </a:xfrm>
            <a:custGeom>
              <a:avLst/>
              <a:gdLst/>
              <a:ahLst/>
              <a:cxnLst/>
              <a:rect l="l" t="t" r="r" b="b"/>
              <a:pathLst>
                <a:path w="15101" h="18511" fill="none" extrusionOk="0">
                  <a:moveTo>
                    <a:pt x="14321" y="0"/>
                  </a:moveTo>
                  <a:lnTo>
                    <a:pt x="780" y="0"/>
                  </a:lnTo>
                  <a:lnTo>
                    <a:pt x="780" y="0"/>
                  </a:lnTo>
                  <a:lnTo>
                    <a:pt x="634" y="25"/>
                  </a:lnTo>
                  <a:lnTo>
                    <a:pt x="488" y="74"/>
                  </a:lnTo>
                  <a:lnTo>
                    <a:pt x="342" y="122"/>
                  </a:lnTo>
                  <a:lnTo>
                    <a:pt x="220" y="220"/>
                  </a:lnTo>
                  <a:lnTo>
                    <a:pt x="122" y="341"/>
                  </a:lnTo>
                  <a:lnTo>
                    <a:pt x="74" y="488"/>
                  </a:lnTo>
                  <a:lnTo>
                    <a:pt x="25" y="634"/>
                  </a:lnTo>
                  <a:lnTo>
                    <a:pt x="1" y="780"/>
                  </a:lnTo>
                  <a:lnTo>
                    <a:pt x="1" y="17731"/>
                  </a:lnTo>
                  <a:lnTo>
                    <a:pt x="1" y="17731"/>
                  </a:lnTo>
                  <a:lnTo>
                    <a:pt x="25" y="17877"/>
                  </a:lnTo>
                  <a:lnTo>
                    <a:pt x="74" y="18023"/>
                  </a:lnTo>
                  <a:lnTo>
                    <a:pt x="122" y="18169"/>
                  </a:lnTo>
                  <a:lnTo>
                    <a:pt x="220" y="18291"/>
                  </a:lnTo>
                  <a:lnTo>
                    <a:pt x="342" y="18388"/>
                  </a:lnTo>
                  <a:lnTo>
                    <a:pt x="488" y="18437"/>
                  </a:lnTo>
                  <a:lnTo>
                    <a:pt x="634" y="18486"/>
                  </a:lnTo>
                  <a:lnTo>
                    <a:pt x="780" y="18510"/>
                  </a:lnTo>
                  <a:lnTo>
                    <a:pt x="14321" y="18510"/>
                  </a:lnTo>
                  <a:lnTo>
                    <a:pt x="14321" y="18510"/>
                  </a:lnTo>
                  <a:lnTo>
                    <a:pt x="14467" y="18486"/>
                  </a:lnTo>
                  <a:lnTo>
                    <a:pt x="14614" y="18437"/>
                  </a:lnTo>
                  <a:lnTo>
                    <a:pt x="14760" y="18388"/>
                  </a:lnTo>
                  <a:lnTo>
                    <a:pt x="14881" y="18291"/>
                  </a:lnTo>
                  <a:lnTo>
                    <a:pt x="14979" y="18169"/>
                  </a:lnTo>
                  <a:lnTo>
                    <a:pt x="15028" y="18023"/>
                  </a:lnTo>
                  <a:lnTo>
                    <a:pt x="15076" y="17877"/>
                  </a:lnTo>
                  <a:lnTo>
                    <a:pt x="15101" y="17731"/>
                  </a:lnTo>
                  <a:lnTo>
                    <a:pt x="15101" y="780"/>
                  </a:lnTo>
                  <a:lnTo>
                    <a:pt x="15101" y="780"/>
                  </a:lnTo>
                  <a:lnTo>
                    <a:pt x="15076" y="634"/>
                  </a:lnTo>
                  <a:lnTo>
                    <a:pt x="15028" y="488"/>
                  </a:lnTo>
                  <a:lnTo>
                    <a:pt x="14979" y="341"/>
                  </a:lnTo>
                  <a:lnTo>
                    <a:pt x="14881" y="220"/>
                  </a:lnTo>
                  <a:lnTo>
                    <a:pt x="14760" y="122"/>
                  </a:lnTo>
                  <a:lnTo>
                    <a:pt x="14614" y="74"/>
                  </a:lnTo>
                  <a:lnTo>
                    <a:pt x="14467" y="25"/>
                  </a:lnTo>
                  <a:lnTo>
                    <a:pt x="14321" y="0"/>
                  </a:lnTo>
                  <a:lnTo>
                    <a:pt x="14321" y="0"/>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197;p12"/>
            <p:cNvSpPr/>
            <p:nvPr/>
          </p:nvSpPr>
          <p:spPr>
            <a:xfrm>
              <a:off x="796650" y="274025"/>
              <a:ext cx="45100" cy="45100"/>
            </a:xfrm>
            <a:custGeom>
              <a:avLst/>
              <a:gdLst/>
              <a:ahLst/>
              <a:cxnLst/>
              <a:rect l="l" t="t" r="r" b="b"/>
              <a:pathLst>
                <a:path w="1804" h="1804" fill="none" extrusionOk="0">
                  <a:moveTo>
                    <a:pt x="902" y="1"/>
                  </a:moveTo>
                  <a:lnTo>
                    <a:pt x="902" y="1"/>
                  </a:lnTo>
                  <a:lnTo>
                    <a:pt x="1073" y="25"/>
                  </a:lnTo>
                  <a:lnTo>
                    <a:pt x="1243" y="74"/>
                  </a:lnTo>
                  <a:lnTo>
                    <a:pt x="1414" y="147"/>
                  </a:lnTo>
                  <a:lnTo>
                    <a:pt x="1535" y="269"/>
                  </a:lnTo>
                  <a:lnTo>
                    <a:pt x="1657" y="391"/>
                  </a:lnTo>
                  <a:lnTo>
                    <a:pt x="1730" y="561"/>
                  </a:lnTo>
                  <a:lnTo>
                    <a:pt x="1779" y="732"/>
                  </a:lnTo>
                  <a:lnTo>
                    <a:pt x="1803" y="902"/>
                  </a:lnTo>
                  <a:lnTo>
                    <a:pt x="1803" y="902"/>
                  </a:lnTo>
                  <a:lnTo>
                    <a:pt x="1779" y="1073"/>
                  </a:lnTo>
                  <a:lnTo>
                    <a:pt x="1730" y="1243"/>
                  </a:lnTo>
                  <a:lnTo>
                    <a:pt x="1657" y="1414"/>
                  </a:lnTo>
                  <a:lnTo>
                    <a:pt x="1535" y="1535"/>
                  </a:lnTo>
                  <a:lnTo>
                    <a:pt x="1414" y="1657"/>
                  </a:lnTo>
                  <a:lnTo>
                    <a:pt x="1243" y="1730"/>
                  </a:lnTo>
                  <a:lnTo>
                    <a:pt x="1073" y="1779"/>
                  </a:lnTo>
                  <a:lnTo>
                    <a:pt x="902" y="1803"/>
                  </a:lnTo>
                  <a:lnTo>
                    <a:pt x="902" y="1803"/>
                  </a:lnTo>
                  <a:lnTo>
                    <a:pt x="732" y="1779"/>
                  </a:lnTo>
                  <a:lnTo>
                    <a:pt x="561" y="1730"/>
                  </a:lnTo>
                  <a:lnTo>
                    <a:pt x="391" y="1657"/>
                  </a:lnTo>
                  <a:lnTo>
                    <a:pt x="269" y="1535"/>
                  </a:lnTo>
                  <a:lnTo>
                    <a:pt x="147" y="1414"/>
                  </a:lnTo>
                  <a:lnTo>
                    <a:pt x="74" y="1243"/>
                  </a:lnTo>
                  <a:lnTo>
                    <a:pt x="25" y="1073"/>
                  </a:lnTo>
                  <a:lnTo>
                    <a:pt x="1" y="902"/>
                  </a:lnTo>
                  <a:lnTo>
                    <a:pt x="1" y="902"/>
                  </a:lnTo>
                  <a:lnTo>
                    <a:pt x="25" y="732"/>
                  </a:lnTo>
                  <a:lnTo>
                    <a:pt x="74" y="561"/>
                  </a:lnTo>
                  <a:lnTo>
                    <a:pt x="147" y="391"/>
                  </a:lnTo>
                  <a:lnTo>
                    <a:pt x="269" y="269"/>
                  </a:lnTo>
                  <a:lnTo>
                    <a:pt x="391" y="147"/>
                  </a:lnTo>
                  <a:lnTo>
                    <a:pt x="561" y="74"/>
                  </a:lnTo>
                  <a:lnTo>
                    <a:pt x="732" y="25"/>
                  </a:lnTo>
                  <a:lnTo>
                    <a:pt x="902" y="1"/>
                  </a:lnTo>
                  <a:lnTo>
                    <a:pt x="902"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198;p12"/>
            <p:cNvSpPr/>
            <p:nvPr/>
          </p:nvSpPr>
          <p:spPr>
            <a:xfrm>
              <a:off x="713850" y="274025"/>
              <a:ext cx="45075" cy="45100"/>
            </a:xfrm>
            <a:custGeom>
              <a:avLst/>
              <a:gdLst/>
              <a:ahLst/>
              <a:cxnLst/>
              <a:rect l="l" t="t" r="r" b="b"/>
              <a:pathLst>
                <a:path w="1803" h="1804" fill="none" extrusionOk="0">
                  <a:moveTo>
                    <a:pt x="902" y="1"/>
                  </a:moveTo>
                  <a:lnTo>
                    <a:pt x="902" y="1"/>
                  </a:lnTo>
                  <a:lnTo>
                    <a:pt x="1072" y="25"/>
                  </a:lnTo>
                  <a:lnTo>
                    <a:pt x="1243" y="74"/>
                  </a:lnTo>
                  <a:lnTo>
                    <a:pt x="1413" y="147"/>
                  </a:lnTo>
                  <a:lnTo>
                    <a:pt x="1535" y="269"/>
                  </a:lnTo>
                  <a:lnTo>
                    <a:pt x="1657" y="391"/>
                  </a:lnTo>
                  <a:lnTo>
                    <a:pt x="1730" y="561"/>
                  </a:lnTo>
                  <a:lnTo>
                    <a:pt x="1779" y="732"/>
                  </a:lnTo>
                  <a:lnTo>
                    <a:pt x="1803" y="902"/>
                  </a:lnTo>
                  <a:lnTo>
                    <a:pt x="1803" y="902"/>
                  </a:lnTo>
                  <a:lnTo>
                    <a:pt x="1779" y="1073"/>
                  </a:lnTo>
                  <a:lnTo>
                    <a:pt x="1730" y="1243"/>
                  </a:lnTo>
                  <a:lnTo>
                    <a:pt x="1657" y="1414"/>
                  </a:lnTo>
                  <a:lnTo>
                    <a:pt x="1535" y="1535"/>
                  </a:lnTo>
                  <a:lnTo>
                    <a:pt x="1413" y="1657"/>
                  </a:lnTo>
                  <a:lnTo>
                    <a:pt x="1243" y="1730"/>
                  </a:lnTo>
                  <a:lnTo>
                    <a:pt x="1072" y="1779"/>
                  </a:lnTo>
                  <a:lnTo>
                    <a:pt x="902" y="1803"/>
                  </a:lnTo>
                  <a:lnTo>
                    <a:pt x="902" y="1803"/>
                  </a:lnTo>
                  <a:lnTo>
                    <a:pt x="731" y="1779"/>
                  </a:lnTo>
                  <a:lnTo>
                    <a:pt x="561" y="1730"/>
                  </a:lnTo>
                  <a:lnTo>
                    <a:pt x="390" y="1657"/>
                  </a:lnTo>
                  <a:lnTo>
                    <a:pt x="269" y="1535"/>
                  </a:lnTo>
                  <a:lnTo>
                    <a:pt x="147" y="1414"/>
                  </a:lnTo>
                  <a:lnTo>
                    <a:pt x="74" y="1243"/>
                  </a:lnTo>
                  <a:lnTo>
                    <a:pt x="25" y="1073"/>
                  </a:lnTo>
                  <a:lnTo>
                    <a:pt x="1" y="902"/>
                  </a:lnTo>
                  <a:lnTo>
                    <a:pt x="1" y="902"/>
                  </a:lnTo>
                  <a:lnTo>
                    <a:pt x="25" y="732"/>
                  </a:lnTo>
                  <a:lnTo>
                    <a:pt x="74" y="561"/>
                  </a:lnTo>
                  <a:lnTo>
                    <a:pt x="147" y="391"/>
                  </a:lnTo>
                  <a:lnTo>
                    <a:pt x="269" y="269"/>
                  </a:lnTo>
                  <a:lnTo>
                    <a:pt x="390" y="147"/>
                  </a:lnTo>
                  <a:lnTo>
                    <a:pt x="561" y="74"/>
                  </a:lnTo>
                  <a:lnTo>
                    <a:pt x="731" y="25"/>
                  </a:lnTo>
                  <a:lnTo>
                    <a:pt x="902" y="1"/>
                  </a:lnTo>
                  <a:lnTo>
                    <a:pt x="902"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99;p12"/>
            <p:cNvSpPr/>
            <p:nvPr/>
          </p:nvSpPr>
          <p:spPr>
            <a:xfrm>
              <a:off x="631050" y="274025"/>
              <a:ext cx="45075" cy="45100"/>
            </a:xfrm>
            <a:custGeom>
              <a:avLst/>
              <a:gdLst/>
              <a:ahLst/>
              <a:cxnLst/>
              <a:rect l="l" t="t" r="r" b="b"/>
              <a:pathLst>
                <a:path w="1803" h="1804" fill="none" extrusionOk="0">
                  <a:moveTo>
                    <a:pt x="0" y="902"/>
                  </a:moveTo>
                  <a:lnTo>
                    <a:pt x="0" y="902"/>
                  </a:lnTo>
                  <a:lnTo>
                    <a:pt x="25" y="732"/>
                  </a:lnTo>
                  <a:lnTo>
                    <a:pt x="73" y="561"/>
                  </a:lnTo>
                  <a:lnTo>
                    <a:pt x="147" y="391"/>
                  </a:lnTo>
                  <a:lnTo>
                    <a:pt x="268" y="269"/>
                  </a:lnTo>
                  <a:lnTo>
                    <a:pt x="390" y="147"/>
                  </a:lnTo>
                  <a:lnTo>
                    <a:pt x="561" y="74"/>
                  </a:lnTo>
                  <a:lnTo>
                    <a:pt x="731" y="25"/>
                  </a:lnTo>
                  <a:lnTo>
                    <a:pt x="902" y="1"/>
                  </a:lnTo>
                  <a:lnTo>
                    <a:pt x="902" y="1"/>
                  </a:lnTo>
                  <a:lnTo>
                    <a:pt x="1072" y="25"/>
                  </a:lnTo>
                  <a:lnTo>
                    <a:pt x="1243" y="74"/>
                  </a:lnTo>
                  <a:lnTo>
                    <a:pt x="1413" y="147"/>
                  </a:lnTo>
                  <a:lnTo>
                    <a:pt x="1535" y="269"/>
                  </a:lnTo>
                  <a:lnTo>
                    <a:pt x="1657" y="391"/>
                  </a:lnTo>
                  <a:lnTo>
                    <a:pt x="1730" y="561"/>
                  </a:lnTo>
                  <a:lnTo>
                    <a:pt x="1778" y="732"/>
                  </a:lnTo>
                  <a:lnTo>
                    <a:pt x="1803" y="902"/>
                  </a:lnTo>
                  <a:lnTo>
                    <a:pt x="1803" y="902"/>
                  </a:lnTo>
                  <a:lnTo>
                    <a:pt x="1778" y="1073"/>
                  </a:lnTo>
                  <a:lnTo>
                    <a:pt x="1730" y="1243"/>
                  </a:lnTo>
                  <a:lnTo>
                    <a:pt x="1657" y="1414"/>
                  </a:lnTo>
                  <a:lnTo>
                    <a:pt x="1535" y="1535"/>
                  </a:lnTo>
                  <a:lnTo>
                    <a:pt x="1413" y="1657"/>
                  </a:lnTo>
                  <a:lnTo>
                    <a:pt x="1243" y="1730"/>
                  </a:lnTo>
                  <a:lnTo>
                    <a:pt x="1072" y="1779"/>
                  </a:lnTo>
                  <a:lnTo>
                    <a:pt x="902" y="1803"/>
                  </a:lnTo>
                  <a:lnTo>
                    <a:pt x="902" y="1803"/>
                  </a:lnTo>
                  <a:lnTo>
                    <a:pt x="731" y="1779"/>
                  </a:lnTo>
                  <a:lnTo>
                    <a:pt x="561" y="1730"/>
                  </a:lnTo>
                  <a:lnTo>
                    <a:pt x="390" y="1657"/>
                  </a:lnTo>
                  <a:lnTo>
                    <a:pt x="268" y="1535"/>
                  </a:lnTo>
                  <a:lnTo>
                    <a:pt x="147" y="1414"/>
                  </a:lnTo>
                  <a:lnTo>
                    <a:pt x="73" y="1243"/>
                  </a:lnTo>
                  <a:lnTo>
                    <a:pt x="25" y="1073"/>
                  </a:lnTo>
                  <a:lnTo>
                    <a:pt x="0" y="902"/>
                  </a:lnTo>
                  <a:lnTo>
                    <a:pt x="0" y="902"/>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200;p12"/>
            <p:cNvSpPr/>
            <p:nvPr/>
          </p:nvSpPr>
          <p:spPr>
            <a:xfrm>
              <a:off x="649925" y="590050"/>
              <a:ext cx="133975" cy="25"/>
            </a:xfrm>
            <a:custGeom>
              <a:avLst/>
              <a:gdLst/>
              <a:ahLst/>
              <a:cxnLst/>
              <a:rect l="l" t="t" r="r" b="b"/>
              <a:pathLst>
                <a:path w="5359" h="1" fill="none" extrusionOk="0">
                  <a:moveTo>
                    <a:pt x="5358" y="0"/>
                  </a:moveTo>
                  <a:lnTo>
                    <a:pt x="0" y="0"/>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201;p12"/>
            <p:cNvSpPr/>
            <p:nvPr/>
          </p:nvSpPr>
          <p:spPr>
            <a:xfrm>
              <a:off x="649925" y="534625"/>
              <a:ext cx="255750" cy="25"/>
            </a:xfrm>
            <a:custGeom>
              <a:avLst/>
              <a:gdLst/>
              <a:ahLst/>
              <a:cxnLst/>
              <a:rect l="l" t="t" r="r" b="b"/>
              <a:pathLst>
                <a:path w="10230" h="1" fill="none" extrusionOk="0">
                  <a:moveTo>
                    <a:pt x="10229" y="1"/>
                  </a:moveTo>
                  <a:lnTo>
                    <a:pt x="0"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202;p12"/>
            <p:cNvSpPr/>
            <p:nvPr/>
          </p:nvSpPr>
          <p:spPr>
            <a:xfrm>
              <a:off x="649925" y="479825"/>
              <a:ext cx="255750" cy="25"/>
            </a:xfrm>
            <a:custGeom>
              <a:avLst/>
              <a:gdLst/>
              <a:ahLst/>
              <a:cxnLst/>
              <a:rect l="l" t="t" r="r" b="b"/>
              <a:pathLst>
                <a:path w="10230" h="1" fill="none" extrusionOk="0">
                  <a:moveTo>
                    <a:pt x="10229" y="1"/>
                  </a:moveTo>
                  <a:lnTo>
                    <a:pt x="0"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203;p12"/>
            <p:cNvSpPr/>
            <p:nvPr/>
          </p:nvSpPr>
          <p:spPr>
            <a:xfrm>
              <a:off x="649925" y="424425"/>
              <a:ext cx="255750" cy="25"/>
            </a:xfrm>
            <a:custGeom>
              <a:avLst/>
              <a:gdLst/>
              <a:ahLst/>
              <a:cxnLst/>
              <a:rect l="l" t="t" r="r" b="b"/>
              <a:pathLst>
                <a:path w="10230" h="1" fill="none" extrusionOk="0">
                  <a:moveTo>
                    <a:pt x="10229" y="1"/>
                  </a:moveTo>
                  <a:lnTo>
                    <a:pt x="0"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204;p12"/>
            <p:cNvSpPr/>
            <p:nvPr/>
          </p:nvSpPr>
          <p:spPr>
            <a:xfrm>
              <a:off x="879475" y="274025"/>
              <a:ext cx="45075" cy="45100"/>
            </a:xfrm>
            <a:custGeom>
              <a:avLst/>
              <a:gdLst/>
              <a:ahLst/>
              <a:cxnLst/>
              <a:rect l="l" t="t" r="r" b="b"/>
              <a:pathLst>
                <a:path w="1803" h="1804" fill="none" extrusionOk="0">
                  <a:moveTo>
                    <a:pt x="901" y="1803"/>
                  </a:moveTo>
                  <a:lnTo>
                    <a:pt x="901" y="1803"/>
                  </a:lnTo>
                  <a:lnTo>
                    <a:pt x="731" y="1779"/>
                  </a:lnTo>
                  <a:lnTo>
                    <a:pt x="560" y="1730"/>
                  </a:lnTo>
                  <a:lnTo>
                    <a:pt x="390" y="1657"/>
                  </a:lnTo>
                  <a:lnTo>
                    <a:pt x="268" y="1535"/>
                  </a:lnTo>
                  <a:lnTo>
                    <a:pt x="146" y="1414"/>
                  </a:lnTo>
                  <a:lnTo>
                    <a:pt x="73" y="1243"/>
                  </a:lnTo>
                  <a:lnTo>
                    <a:pt x="25" y="1073"/>
                  </a:lnTo>
                  <a:lnTo>
                    <a:pt x="0" y="902"/>
                  </a:lnTo>
                  <a:lnTo>
                    <a:pt x="0" y="902"/>
                  </a:lnTo>
                  <a:lnTo>
                    <a:pt x="25" y="732"/>
                  </a:lnTo>
                  <a:lnTo>
                    <a:pt x="73" y="561"/>
                  </a:lnTo>
                  <a:lnTo>
                    <a:pt x="146" y="391"/>
                  </a:lnTo>
                  <a:lnTo>
                    <a:pt x="268" y="269"/>
                  </a:lnTo>
                  <a:lnTo>
                    <a:pt x="390" y="147"/>
                  </a:lnTo>
                  <a:lnTo>
                    <a:pt x="560" y="74"/>
                  </a:lnTo>
                  <a:lnTo>
                    <a:pt x="731" y="25"/>
                  </a:lnTo>
                  <a:lnTo>
                    <a:pt x="901" y="1"/>
                  </a:lnTo>
                  <a:lnTo>
                    <a:pt x="901" y="1"/>
                  </a:lnTo>
                  <a:lnTo>
                    <a:pt x="1072" y="25"/>
                  </a:lnTo>
                  <a:lnTo>
                    <a:pt x="1242" y="74"/>
                  </a:lnTo>
                  <a:lnTo>
                    <a:pt x="1413" y="147"/>
                  </a:lnTo>
                  <a:lnTo>
                    <a:pt x="1535" y="269"/>
                  </a:lnTo>
                  <a:lnTo>
                    <a:pt x="1656" y="391"/>
                  </a:lnTo>
                  <a:lnTo>
                    <a:pt x="1729" y="561"/>
                  </a:lnTo>
                  <a:lnTo>
                    <a:pt x="1778" y="732"/>
                  </a:lnTo>
                  <a:lnTo>
                    <a:pt x="1802" y="902"/>
                  </a:lnTo>
                  <a:lnTo>
                    <a:pt x="1802" y="902"/>
                  </a:lnTo>
                  <a:lnTo>
                    <a:pt x="1778" y="1073"/>
                  </a:lnTo>
                  <a:lnTo>
                    <a:pt x="1729" y="1243"/>
                  </a:lnTo>
                  <a:lnTo>
                    <a:pt x="1656" y="1414"/>
                  </a:lnTo>
                  <a:lnTo>
                    <a:pt x="1535" y="1535"/>
                  </a:lnTo>
                  <a:lnTo>
                    <a:pt x="1413" y="1657"/>
                  </a:lnTo>
                  <a:lnTo>
                    <a:pt x="1242" y="1730"/>
                  </a:lnTo>
                  <a:lnTo>
                    <a:pt x="1072" y="1779"/>
                  </a:lnTo>
                  <a:lnTo>
                    <a:pt x="901" y="1803"/>
                  </a:lnTo>
                  <a:lnTo>
                    <a:pt x="901" y="1803"/>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205;p12"/>
            <p:cNvSpPr/>
            <p:nvPr/>
          </p:nvSpPr>
          <p:spPr>
            <a:xfrm>
              <a:off x="654800" y="244200"/>
              <a:ext cx="25" cy="51175"/>
            </a:xfrm>
            <a:custGeom>
              <a:avLst/>
              <a:gdLst/>
              <a:ahLst/>
              <a:cxnLst/>
              <a:rect l="l" t="t" r="r" b="b"/>
              <a:pathLst>
                <a:path w="1" h="2047" fill="none" extrusionOk="0">
                  <a:moveTo>
                    <a:pt x="0" y="1"/>
                  </a:moveTo>
                  <a:lnTo>
                    <a:pt x="0" y="2046"/>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206;p12"/>
            <p:cNvSpPr/>
            <p:nvPr/>
          </p:nvSpPr>
          <p:spPr>
            <a:xfrm>
              <a:off x="737600" y="244200"/>
              <a:ext cx="25" cy="51175"/>
            </a:xfrm>
            <a:custGeom>
              <a:avLst/>
              <a:gdLst/>
              <a:ahLst/>
              <a:cxnLst/>
              <a:rect l="l" t="t" r="r" b="b"/>
              <a:pathLst>
                <a:path w="1" h="2047" fill="none" extrusionOk="0">
                  <a:moveTo>
                    <a:pt x="1" y="1"/>
                  </a:moveTo>
                  <a:lnTo>
                    <a:pt x="1" y="2046"/>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207;p12"/>
            <p:cNvSpPr/>
            <p:nvPr/>
          </p:nvSpPr>
          <p:spPr>
            <a:xfrm>
              <a:off x="820400" y="244200"/>
              <a:ext cx="25" cy="51175"/>
            </a:xfrm>
            <a:custGeom>
              <a:avLst/>
              <a:gdLst/>
              <a:ahLst/>
              <a:cxnLst/>
              <a:rect l="l" t="t" r="r" b="b"/>
              <a:pathLst>
                <a:path w="1" h="2047" fill="none" extrusionOk="0">
                  <a:moveTo>
                    <a:pt x="1" y="1"/>
                  </a:moveTo>
                  <a:lnTo>
                    <a:pt x="1" y="2046"/>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8;p12"/>
            <p:cNvSpPr/>
            <p:nvPr/>
          </p:nvSpPr>
          <p:spPr>
            <a:xfrm>
              <a:off x="903225" y="244200"/>
              <a:ext cx="25" cy="51175"/>
            </a:xfrm>
            <a:custGeom>
              <a:avLst/>
              <a:gdLst/>
              <a:ahLst/>
              <a:cxnLst/>
              <a:rect l="l" t="t" r="r" b="b"/>
              <a:pathLst>
                <a:path w="1" h="2047" fill="none" extrusionOk="0">
                  <a:moveTo>
                    <a:pt x="0" y="1"/>
                  </a:moveTo>
                  <a:lnTo>
                    <a:pt x="0" y="2046"/>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transition>
    <p:fade thruBlk="1"/>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FE98B5-6A5F-B815-AA71-B92B53E5DF3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3BED0B7-658C-6D0F-6FFD-CFF4EC43526E}"/>
              </a:ext>
            </a:extLst>
          </p:cNvPr>
          <p:cNvSpPr>
            <a:spLocks noGrp="1"/>
          </p:cNvSpPr>
          <p:nvPr>
            <p:ph type="title"/>
          </p:nvPr>
        </p:nvSpPr>
        <p:spPr/>
        <p:txBody>
          <a:bodyPr/>
          <a:lstStyle/>
          <a:p>
            <a:r>
              <a:rPr lang="en-PH" dirty="0"/>
              <a:t>Coding and Debugging</a:t>
            </a:r>
          </a:p>
        </p:txBody>
      </p:sp>
      <p:sp>
        <p:nvSpPr>
          <p:cNvPr id="3" name="Text Placeholder 2">
            <a:extLst>
              <a:ext uri="{FF2B5EF4-FFF2-40B4-BE49-F238E27FC236}">
                <a16:creationId xmlns:a16="http://schemas.microsoft.com/office/drawing/2014/main" id="{E01BE5A1-306A-424F-1B38-39D808B336F0}"/>
              </a:ext>
            </a:extLst>
          </p:cNvPr>
          <p:cNvSpPr>
            <a:spLocks noGrp="1"/>
          </p:cNvSpPr>
          <p:nvPr>
            <p:ph type="body" idx="1"/>
          </p:nvPr>
        </p:nvSpPr>
        <p:spPr>
          <a:xfrm>
            <a:off x="140125" y="1308259"/>
            <a:ext cx="8463308" cy="2724300"/>
          </a:xfrm>
        </p:spPr>
        <p:txBody>
          <a:bodyPr/>
          <a:lstStyle/>
          <a:p>
            <a:r>
              <a:rPr lang="en-PH" sz="2400" dirty="0">
                <a:latin typeface="Roboto Condensed" panose="02000000000000000000" pitchFamily="2" charset="0"/>
                <a:ea typeface="Roboto Condensed" panose="02000000000000000000" pitchFamily="2" charset="0"/>
                <a:cs typeface="Roboto Condensed" panose="02000000000000000000" pitchFamily="2" charset="0"/>
              </a:rPr>
              <a:t>Programming is not just about typing fast in a dark room; it is fundamentally about </a:t>
            </a:r>
            <a:r>
              <a:rPr lang="en-PH" sz="2400" b="1" dirty="0">
                <a:latin typeface="Roboto Condensed" panose="02000000000000000000" pitchFamily="2" charset="0"/>
                <a:ea typeface="Roboto Condensed" panose="02000000000000000000" pitchFamily="2" charset="0"/>
                <a:cs typeface="Roboto Condensed" panose="02000000000000000000" pitchFamily="2" charset="0"/>
              </a:rPr>
              <a:t>problem-solving</a:t>
            </a:r>
            <a:r>
              <a:rPr lang="en-PH" sz="2400" dirty="0">
                <a:latin typeface="Roboto Condensed" panose="02000000000000000000" pitchFamily="2" charset="0"/>
                <a:ea typeface="Roboto Condensed" panose="02000000000000000000" pitchFamily="2" charset="0"/>
                <a:cs typeface="Roboto Condensed" panose="02000000000000000000" pitchFamily="2" charset="0"/>
              </a:rPr>
              <a:t>. </a:t>
            </a:r>
          </a:p>
          <a:p>
            <a:r>
              <a:rPr lang="en-PH" sz="2400" dirty="0">
                <a:latin typeface="Roboto Condensed" panose="02000000000000000000" pitchFamily="2" charset="0"/>
                <a:ea typeface="Roboto Condensed" panose="02000000000000000000" pitchFamily="2" charset="0"/>
                <a:cs typeface="Roboto Condensed" panose="02000000000000000000" pitchFamily="2" charset="0"/>
              </a:rPr>
              <a:t>Our goal is to learn how to break massive, complex problems down into small, logical steps that a computer can execute. </a:t>
            </a:r>
          </a:p>
          <a:p>
            <a:r>
              <a:rPr lang="en-PH" sz="2400" dirty="0">
                <a:latin typeface="Roboto Condensed" panose="02000000000000000000" pitchFamily="2" charset="0"/>
                <a:ea typeface="Roboto Condensed" panose="02000000000000000000" pitchFamily="2" charset="0"/>
                <a:cs typeface="Roboto Condensed" panose="02000000000000000000" pitchFamily="2" charset="0"/>
              </a:rPr>
              <a:t>The computer is incredibly fast, but incredibly literal—it only does exactly what you tell it to do.</a:t>
            </a:r>
            <a:endParaRPr lang="en-PH" sz="2200" dirty="0">
              <a:latin typeface="Roboto Condensed" panose="02000000000000000000" pitchFamily="2" charset="0"/>
              <a:ea typeface="Roboto Condensed" panose="02000000000000000000" pitchFamily="2" charset="0"/>
              <a:cs typeface="Roboto Condensed" panose="02000000000000000000" pitchFamily="2" charset="0"/>
            </a:endParaRPr>
          </a:p>
        </p:txBody>
      </p:sp>
      <p:sp>
        <p:nvSpPr>
          <p:cNvPr id="5" name="Slide Number Placeholder 4">
            <a:extLst>
              <a:ext uri="{FF2B5EF4-FFF2-40B4-BE49-F238E27FC236}">
                <a16:creationId xmlns:a16="http://schemas.microsoft.com/office/drawing/2014/main" id="{3B9E2673-67EB-3B8C-88CB-0AE7BE382C22}"/>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t>3</a:t>
            </a:fld>
            <a:endParaRPr lang="en-GB"/>
          </a:p>
        </p:txBody>
      </p:sp>
      <p:grpSp>
        <p:nvGrpSpPr>
          <p:cNvPr id="6" name="Google Shape;194;p12">
            <a:extLst>
              <a:ext uri="{FF2B5EF4-FFF2-40B4-BE49-F238E27FC236}">
                <a16:creationId xmlns:a16="http://schemas.microsoft.com/office/drawing/2014/main" id="{419EF2AB-C483-BAFE-0299-EC9DE09E53F3}"/>
              </a:ext>
            </a:extLst>
          </p:cNvPr>
          <p:cNvGrpSpPr/>
          <p:nvPr/>
        </p:nvGrpSpPr>
        <p:grpSpPr>
          <a:xfrm>
            <a:off x="293683" y="574116"/>
            <a:ext cx="309041" cy="403123"/>
            <a:chOff x="590250" y="244200"/>
            <a:chExt cx="407975" cy="532175"/>
          </a:xfrm>
        </p:grpSpPr>
        <p:sp>
          <p:nvSpPr>
            <p:cNvPr id="7" name="Google Shape;195;p12">
              <a:extLst>
                <a:ext uri="{FF2B5EF4-FFF2-40B4-BE49-F238E27FC236}">
                  <a16:creationId xmlns:a16="http://schemas.microsoft.com/office/drawing/2014/main" id="{F0784F79-C7F7-4BC4-72CC-D785923AAB3D}"/>
                </a:ext>
              </a:extLst>
            </p:cNvPr>
            <p:cNvSpPr/>
            <p:nvPr/>
          </p:nvSpPr>
          <p:spPr>
            <a:xfrm>
              <a:off x="623125" y="313625"/>
              <a:ext cx="375100" cy="462750"/>
            </a:xfrm>
            <a:custGeom>
              <a:avLst/>
              <a:gdLst/>
              <a:ahLst/>
              <a:cxnLst/>
              <a:rect l="l" t="t" r="r" b="b"/>
              <a:pathLst>
                <a:path w="15004" h="18510" fill="none" extrusionOk="0">
                  <a:moveTo>
                    <a:pt x="1" y="17536"/>
                  </a:moveTo>
                  <a:lnTo>
                    <a:pt x="1" y="17536"/>
                  </a:lnTo>
                  <a:lnTo>
                    <a:pt x="1" y="17536"/>
                  </a:lnTo>
                  <a:lnTo>
                    <a:pt x="25" y="17682"/>
                  </a:lnTo>
                  <a:lnTo>
                    <a:pt x="49" y="17852"/>
                  </a:lnTo>
                  <a:lnTo>
                    <a:pt x="123" y="18023"/>
                  </a:lnTo>
                  <a:lnTo>
                    <a:pt x="220" y="18193"/>
                  </a:lnTo>
                  <a:lnTo>
                    <a:pt x="293" y="18291"/>
                  </a:lnTo>
                  <a:lnTo>
                    <a:pt x="390" y="18364"/>
                  </a:lnTo>
                  <a:lnTo>
                    <a:pt x="488" y="18412"/>
                  </a:lnTo>
                  <a:lnTo>
                    <a:pt x="610" y="18461"/>
                  </a:lnTo>
                  <a:lnTo>
                    <a:pt x="756" y="18510"/>
                  </a:lnTo>
                  <a:lnTo>
                    <a:pt x="926" y="18510"/>
                  </a:lnTo>
                  <a:lnTo>
                    <a:pt x="14468" y="18510"/>
                  </a:lnTo>
                  <a:lnTo>
                    <a:pt x="14468" y="18510"/>
                  </a:lnTo>
                  <a:lnTo>
                    <a:pt x="14541" y="18510"/>
                  </a:lnTo>
                  <a:lnTo>
                    <a:pt x="14614" y="18485"/>
                  </a:lnTo>
                  <a:lnTo>
                    <a:pt x="14736" y="18412"/>
                  </a:lnTo>
                  <a:lnTo>
                    <a:pt x="14833" y="18291"/>
                  </a:lnTo>
                  <a:lnTo>
                    <a:pt x="14906" y="18144"/>
                  </a:lnTo>
                  <a:lnTo>
                    <a:pt x="14955" y="17974"/>
                  </a:lnTo>
                  <a:lnTo>
                    <a:pt x="14979" y="17779"/>
                  </a:lnTo>
                  <a:lnTo>
                    <a:pt x="15003" y="17438"/>
                  </a:lnTo>
                  <a:lnTo>
                    <a:pt x="15003" y="487"/>
                  </a:lnTo>
                  <a:lnTo>
                    <a:pt x="15003" y="487"/>
                  </a:lnTo>
                  <a:lnTo>
                    <a:pt x="15003" y="341"/>
                  </a:lnTo>
                  <a:lnTo>
                    <a:pt x="14979" y="219"/>
                  </a:lnTo>
                  <a:lnTo>
                    <a:pt x="14955" y="146"/>
                  </a:lnTo>
                  <a:lnTo>
                    <a:pt x="14906" y="73"/>
                  </a:lnTo>
                  <a:lnTo>
                    <a:pt x="14833" y="49"/>
                  </a:lnTo>
                  <a:lnTo>
                    <a:pt x="14736" y="24"/>
                  </a:lnTo>
                  <a:lnTo>
                    <a:pt x="14468" y="0"/>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196;p12">
              <a:extLst>
                <a:ext uri="{FF2B5EF4-FFF2-40B4-BE49-F238E27FC236}">
                  <a16:creationId xmlns:a16="http://schemas.microsoft.com/office/drawing/2014/main" id="{3ABD4A4E-5E58-604B-496E-6DA8B7F79C15}"/>
                </a:ext>
              </a:extLst>
            </p:cNvPr>
            <p:cNvSpPr/>
            <p:nvPr/>
          </p:nvSpPr>
          <p:spPr>
            <a:xfrm>
              <a:off x="590250" y="269775"/>
              <a:ext cx="377525" cy="462775"/>
            </a:xfrm>
            <a:custGeom>
              <a:avLst/>
              <a:gdLst/>
              <a:ahLst/>
              <a:cxnLst/>
              <a:rect l="l" t="t" r="r" b="b"/>
              <a:pathLst>
                <a:path w="15101" h="18511" fill="none" extrusionOk="0">
                  <a:moveTo>
                    <a:pt x="14321" y="0"/>
                  </a:moveTo>
                  <a:lnTo>
                    <a:pt x="780" y="0"/>
                  </a:lnTo>
                  <a:lnTo>
                    <a:pt x="780" y="0"/>
                  </a:lnTo>
                  <a:lnTo>
                    <a:pt x="634" y="25"/>
                  </a:lnTo>
                  <a:lnTo>
                    <a:pt x="488" y="74"/>
                  </a:lnTo>
                  <a:lnTo>
                    <a:pt x="342" y="122"/>
                  </a:lnTo>
                  <a:lnTo>
                    <a:pt x="220" y="220"/>
                  </a:lnTo>
                  <a:lnTo>
                    <a:pt x="122" y="341"/>
                  </a:lnTo>
                  <a:lnTo>
                    <a:pt x="74" y="488"/>
                  </a:lnTo>
                  <a:lnTo>
                    <a:pt x="25" y="634"/>
                  </a:lnTo>
                  <a:lnTo>
                    <a:pt x="1" y="780"/>
                  </a:lnTo>
                  <a:lnTo>
                    <a:pt x="1" y="17731"/>
                  </a:lnTo>
                  <a:lnTo>
                    <a:pt x="1" y="17731"/>
                  </a:lnTo>
                  <a:lnTo>
                    <a:pt x="25" y="17877"/>
                  </a:lnTo>
                  <a:lnTo>
                    <a:pt x="74" y="18023"/>
                  </a:lnTo>
                  <a:lnTo>
                    <a:pt x="122" y="18169"/>
                  </a:lnTo>
                  <a:lnTo>
                    <a:pt x="220" y="18291"/>
                  </a:lnTo>
                  <a:lnTo>
                    <a:pt x="342" y="18388"/>
                  </a:lnTo>
                  <a:lnTo>
                    <a:pt x="488" y="18437"/>
                  </a:lnTo>
                  <a:lnTo>
                    <a:pt x="634" y="18486"/>
                  </a:lnTo>
                  <a:lnTo>
                    <a:pt x="780" y="18510"/>
                  </a:lnTo>
                  <a:lnTo>
                    <a:pt x="14321" y="18510"/>
                  </a:lnTo>
                  <a:lnTo>
                    <a:pt x="14321" y="18510"/>
                  </a:lnTo>
                  <a:lnTo>
                    <a:pt x="14467" y="18486"/>
                  </a:lnTo>
                  <a:lnTo>
                    <a:pt x="14614" y="18437"/>
                  </a:lnTo>
                  <a:lnTo>
                    <a:pt x="14760" y="18388"/>
                  </a:lnTo>
                  <a:lnTo>
                    <a:pt x="14881" y="18291"/>
                  </a:lnTo>
                  <a:lnTo>
                    <a:pt x="14979" y="18169"/>
                  </a:lnTo>
                  <a:lnTo>
                    <a:pt x="15028" y="18023"/>
                  </a:lnTo>
                  <a:lnTo>
                    <a:pt x="15076" y="17877"/>
                  </a:lnTo>
                  <a:lnTo>
                    <a:pt x="15101" y="17731"/>
                  </a:lnTo>
                  <a:lnTo>
                    <a:pt x="15101" y="780"/>
                  </a:lnTo>
                  <a:lnTo>
                    <a:pt x="15101" y="780"/>
                  </a:lnTo>
                  <a:lnTo>
                    <a:pt x="15076" y="634"/>
                  </a:lnTo>
                  <a:lnTo>
                    <a:pt x="15028" y="488"/>
                  </a:lnTo>
                  <a:lnTo>
                    <a:pt x="14979" y="341"/>
                  </a:lnTo>
                  <a:lnTo>
                    <a:pt x="14881" y="220"/>
                  </a:lnTo>
                  <a:lnTo>
                    <a:pt x="14760" y="122"/>
                  </a:lnTo>
                  <a:lnTo>
                    <a:pt x="14614" y="74"/>
                  </a:lnTo>
                  <a:lnTo>
                    <a:pt x="14467" y="25"/>
                  </a:lnTo>
                  <a:lnTo>
                    <a:pt x="14321" y="0"/>
                  </a:lnTo>
                  <a:lnTo>
                    <a:pt x="14321" y="0"/>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197;p12">
              <a:extLst>
                <a:ext uri="{FF2B5EF4-FFF2-40B4-BE49-F238E27FC236}">
                  <a16:creationId xmlns:a16="http://schemas.microsoft.com/office/drawing/2014/main" id="{7B19F3F4-F131-B6F9-D359-44760EF73C81}"/>
                </a:ext>
              </a:extLst>
            </p:cNvPr>
            <p:cNvSpPr/>
            <p:nvPr/>
          </p:nvSpPr>
          <p:spPr>
            <a:xfrm>
              <a:off x="796650" y="274025"/>
              <a:ext cx="45100" cy="45100"/>
            </a:xfrm>
            <a:custGeom>
              <a:avLst/>
              <a:gdLst/>
              <a:ahLst/>
              <a:cxnLst/>
              <a:rect l="l" t="t" r="r" b="b"/>
              <a:pathLst>
                <a:path w="1804" h="1804" fill="none" extrusionOk="0">
                  <a:moveTo>
                    <a:pt x="902" y="1"/>
                  </a:moveTo>
                  <a:lnTo>
                    <a:pt x="902" y="1"/>
                  </a:lnTo>
                  <a:lnTo>
                    <a:pt x="1073" y="25"/>
                  </a:lnTo>
                  <a:lnTo>
                    <a:pt x="1243" y="74"/>
                  </a:lnTo>
                  <a:lnTo>
                    <a:pt x="1414" y="147"/>
                  </a:lnTo>
                  <a:lnTo>
                    <a:pt x="1535" y="269"/>
                  </a:lnTo>
                  <a:lnTo>
                    <a:pt x="1657" y="391"/>
                  </a:lnTo>
                  <a:lnTo>
                    <a:pt x="1730" y="561"/>
                  </a:lnTo>
                  <a:lnTo>
                    <a:pt x="1779" y="732"/>
                  </a:lnTo>
                  <a:lnTo>
                    <a:pt x="1803" y="902"/>
                  </a:lnTo>
                  <a:lnTo>
                    <a:pt x="1803" y="902"/>
                  </a:lnTo>
                  <a:lnTo>
                    <a:pt x="1779" y="1073"/>
                  </a:lnTo>
                  <a:lnTo>
                    <a:pt x="1730" y="1243"/>
                  </a:lnTo>
                  <a:lnTo>
                    <a:pt x="1657" y="1414"/>
                  </a:lnTo>
                  <a:lnTo>
                    <a:pt x="1535" y="1535"/>
                  </a:lnTo>
                  <a:lnTo>
                    <a:pt x="1414" y="1657"/>
                  </a:lnTo>
                  <a:lnTo>
                    <a:pt x="1243" y="1730"/>
                  </a:lnTo>
                  <a:lnTo>
                    <a:pt x="1073" y="1779"/>
                  </a:lnTo>
                  <a:lnTo>
                    <a:pt x="902" y="1803"/>
                  </a:lnTo>
                  <a:lnTo>
                    <a:pt x="902" y="1803"/>
                  </a:lnTo>
                  <a:lnTo>
                    <a:pt x="732" y="1779"/>
                  </a:lnTo>
                  <a:lnTo>
                    <a:pt x="561" y="1730"/>
                  </a:lnTo>
                  <a:lnTo>
                    <a:pt x="391" y="1657"/>
                  </a:lnTo>
                  <a:lnTo>
                    <a:pt x="269" y="1535"/>
                  </a:lnTo>
                  <a:lnTo>
                    <a:pt x="147" y="1414"/>
                  </a:lnTo>
                  <a:lnTo>
                    <a:pt x="74" y="1243"/>
                  </a:lnTo>
                  <a:lnTo>
                    <a:pt x="25" y="1073"/>
                  </a:lnTo>
                  <a:lnTo>
                    <a:pt x="1" y="902"/>
                  </a:lnTo>
                  <a:lnTo>
                    <a:pt x="1" y="902"/>
                  </a:lnTo>
                  <a:lnTo>
                    <a:pt x="25" y="732"/>
                  </a:lnTo>
                  <a:lnTo>
                    <a:pt x="74" y="561"/>
                  </a:lnTo>
                  <a:lnTo>
                    <a:pt x="147" y="391"/>
                  </a:lnTo>
                  <a:lnTo>
                    <a:pt x="269" y="269"/>
                  </a:lnTo>
                  <a:lnTo>
                    <a:pt x="391" y="147"/>
                  </a:lnTo>
                  <a:lnTo>
                    <a:pt x="561" y="74"/>
                  </a:lnTo>
                  <a:lnTo>
                    <a:pt x="732" y="25"/>
                  </a:lnTo>
                  <a:lnTo>
                    <a:pt x="902" y="1"/>
                  </a:lnTo>
                  <a:lnTo>
                    <a:pt x="902"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198;p12">
              <a:extLst>
                <a:ext uri="{FF2B5EF4-FFF2-40B4-BE49-F238E27FC236}">
                  <a16:creationId xmlns:a16="http://schemas.microsoft.com/office/drawing/2014/main" id="{74C09F9F-002D-1BC7-649E-7B83CA6FC0A6}"/>
                </a:ext>
              </a:extLst>
            </p:cNvPr>
            <p:cNvSpPr/>
            <p:nvPr/>
          </p:nvSpPr>
          <p:spPr>
            <a:xfrm>
              <a:off x="713850" y="274025"/>
              <a:ext cx="45075" cy="45100"/>
            </a:xfrm>
            <a:custGeom>
              <a:avLst/>
              <a:gdLst/>
              <a:ahLst/>
              <a:cxnLst/>
              <a:rect l="l" t="t" r="r" b="b"/>
              <a:pathLst>
                <a:path w="1803" h="1804" fill="none" extrusionOk="0">
                  <a:moveTo>
                    <a:pt x="902" y="1"/>
                  </a:moveTo>
                  <a:lnTo>
                    <a:pt x="902" y="1"/>
                  </a:lnTo>
                  <a:lnTo>
                    <a:pt x="1072" y="25"/>
                  </a:lnTo>
                  <a:lnTo>
                    <a:pt x="1243" y="74"/>
                  </a:lnTo>
                  <a:lnTo>
                    <a:pt x="1413" y="147"/>
                  </a:lnTo>
                  <a:lnTo>
                    <a:pt x="1535" y="269"/>
                  </a:lnTo>
                  <a:lnTo>
                    <a:pt x="1657" y="391"/>
                  </a:lnTo>
                  <a:lnTo>
                    <a:pt x="1730" y="561"/>
                  </a:lnTo>
                  <a:lnTo>
                    <a:pt x="1779" y="732"/>
                  </a:lnTo>
                  <a:lnTo>
                    <a:pt x="1803" y="902"/>
                  </a:lnTo>
                  <a:lnTo>
                    <a:pt x="1803" y="902"/>
                  </a:lnTo>
                  <a:lnTo>
                    <a:pt x="1779" y="1073"/>
                  </a:lnTo>
                  <a:lnTo>
                    <a:pt x="1730" y="1243"/>
                  </a:lnTo>
                  <a:lnTo>
                    <a:pt x="1657" y="1414"/>
                  </a:lnTo>
                  <a:lnTo>
                    <a:pt x="1535" y="1535"/>
                  </a:lnTo>
                  <a:lnTo>
                    <a:pt x="1413" y="1657"/>
                  </a:lnTo>
                  <a:lnTo>
                    <a:pt x="1243" y="1730"/>
                  </a:lnTo>
                  <a:lnTo>
                    <a:pt x="1072" y="1779"/>
                  </a:lnTo>
                  <a:lnTo>
                    <a:pt x="902" y="1803"/>
                  </a:lnTo>
                  <a:lnTo>
                    <a:pt x="902" y="1803"/>
                  </a:lnTo>
                  <a:lnTo>
                    <a:pt x="731" y="1779"/>
                  </a:lnTo>
                  <a:lnTo>
                    <a:pt x="561" y="1730"/>
                  </a:lnTo>
                  <a:lnTo>
                    <a:pt x="390" y="1657"/>
                  </a:lnTo>
                  <a:lnTo>
                    <a:pt x="269" y="1535"/>
                  </a:lnTo>
                  <a:lnTo>
                    <a:pt x="147" y="1414"/>
                  </a:lnTo>
                  <a:lnTo>
                    <a:pt x="74" y="1243"/>
                  </a:lnTo>
                  <a:lnTo>
                    <a:pt x="25" y="1073"/>
                  </a:lnTo>
                  <a:lnTo>
                    <a:pt x="1" y="902"/>
                  </a:lnTo>
                  <a:lnTo>
                    <a:pt x="1" y="902"/>
                  </a:lnTo>
                  <a:lnTo>
                    <a:pt x="25" y="732"/>
                  </a:lnTo>
                  <a:lnTo>
                    <a:pt x="74" y="561"/>
                  </a:lnTo>
                  <a:lnTo>
                    <a:pt x="147" y="391"/>
                  </a:lnTo>
                  <a:lnTo>
                    <a:pt x="269" y="269"/>
                  </a:lnTo>
                  <a:lnTo>
                    <a:pt x="390" y="147"/>
                  </a:lnTo>
                  <a:lnTo>
                    <a:pt x="561" y="74"/>
                  </a:lnTo>
                  <a:lnTo>
                    <a:pt x="731" y="25"/>
                  </a:lnTo>
                  <a:lnTo>
                    <a:pt x="902" y="1"/>
                  </a:lnTo>
                  <a:lnTo>
                    <a:pt x="902"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99;p12">
              <a:extLst>
                <a:ext uri="{FF2B5EF4-FFF2-40B4-BE49-F238E27FC236}">
                  <a16:creationId xmlns:a16="http://schemas.microsoft.com/office/drawing/2014/main" id="{34C318A1-DFEC-1C95-F388-1DF4B7635F06}"/>
                </a:ext>
              </a:extLst>
            </p:cNvPr>
            <p:cNvSpPr/>
            <p:nvPr/>
          </p:nvSpPr>
          <p:spPr>
            <a:xfrm>
              <a:off x="631050" y="274025"/>
              <a:ext cx="45075" cy="45100"/>
            </a:xfrm>
            <a:custGeom>
              <a:avLst/>
              <a:gdLst/>
              <a:ahLst/>
              <a:cxnLst/>
              <a:rect l="l" t="t" r="r" b="b"/>
              <a:pathLst>
                <a:path w="1803" h="1804" fill="none" extrusionOk="0">
                  <a:moveTo>
                    <a:pt x="0" y="902"/>
                  </a:moveTo>
                  <a:lnTo>
                    <a:pt x="0" y="902"/>
                  </a:lnTo>
                  <a:lnTo>
                    <a:pt x="25" y="732"/>
                  </a:lnTo>
                  <a:lnTo>
                    <a:pt x="73" y="561"/>
                  </a:lnTo>
                  <a:lnTo>
                    <a:pt x="147" y="391"/>
                  </a:lnTo>
                  <a:lnTo>
                    <a:pt x="268" y="269"/>
                  </a:lnTo>
                  <a:lnTo>
                    <a:pt x="390" y="147"/>
                  </a:lnTo>
                  <a:lnTo>
                    <a:pt x="561" y="74"/>
                  </a:lnTo>
                  <a:lnTo>
                    <a:pt x="731" y="25"/>
                  </a:lnTo>
                  <a:lnTo>
                    <a:pt x="902" y="1"/>
                  </a:lnTo>
                  <a:lnTo>
                    <a:pt x="902" y="1"/>
                  </a:lnTo>
                  <a:lnTo>
                    <a:pt x="1072" y="25"/>
                  </a:lnTo>
                  <a:lnTo>
                    <a:pt x="1243" y="74"/>
                  </a:lnTo>
                  <a:lnTo>
                    <a:pt x="1413" y="147"/>
                  </a:lnTo>
                  <a:lnTo>
                    <a:pt x="1535" y="269"/>
                  </a:lnTo>
                  <a:lnTo>
                    <a:pt x="1657" y="391"/>
                  </a:lnTo>
                  <a:lnTo>
                    <a:pt x="1730" y="561"/>
                  </a:lnTo>
                  <a:lnTo>
                    <a:pt x="1778" y="732"/>
                  </a:lnTo>
                  <a:lnTo>
                    <a:pt x="1803" y="902"/>
                  </a:lnTo>
                  <a:lnTo>
                    <a:pt x="1803" y="902"/>
                  </a:lnTo>
                  <a:lnTo>
                    <a:pt x="1778" y="1073"/>
                  </a:lnTo>
                  <a:lnTo>
                    <a:pt x="1730" y="1243"/>
                  </a:lnTo>
                  <a:lnTo>
                    <a:pt x="1657" y="1414"/>
                  </a:lnTo>
                  <a:lnTo>
                    <a:pt x="1535" y="1535"/>
                  </a:lnTo>
                  <a:lnTo>
                    <a:pt x="1413" y="1657"/>
                  </a:lnTo>
                  <a:lnTo>
                    <a:pt x="1243" y="1730"/>
                  </a:lnTo>
                  <a:lnTo>
                    <a:pt x="1072" y="1779"/>
                  </a:lnTo>
                  <a:lnTo>
                    <a:pt x="902" y="1803"/>
                  </a:lnTo>
                  <a:lnTo>
                    <a:pt x="902" y="1803"/>
                  </a:lnTo>
                  <a:lnTo>
                    <a:pt x="731" y="1779"/>
                  </a:lnTo>
                  <a:lnTo>
                    <a:pt x="561" y="1730"/>
                  </a:lnTo>
                  <a:lnTo>
                    <a:pt x="390" y="1657"/>
                  </a:lnTo>
                  <a:lnTo>
                    <a:pt x="268" y="1535"/>
                  </a:lnTo>
                  <a:lnTo>
                    <a:pt x="147" y="1414"/>
                  </a:lnTo>
                  <a:lnTo>
                    <a:pt x="73" y="1243"/>
                  </a:lnTo>
                  <a:lnTo>
                    <a:pt x="25" y="1073"/>
                  </a:lnTo>
                  <a:lnTo>
                    <a:pt x="0" y="902"/>
                  </a:lnTo>
                  <a:lnTo>
                    <a:pt x="0" y="902"/>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200;p12">
              <a:extLst>
                <a:ext uri="{FF2B5EF4-FFF2-40B4-BE49-F238E27FC236}">
                  <a16:creationId xmlns:a16="http://schemas.microsoft.com/office/drawing/2014/main" id="{1E8B8A04-2CDF-9B67-3ED5-C638AE532A71}"/>
                </a:ext>
              </a:extLst>
            </p:cNvPr>
            <p:cNvSpPr/>
            <p:nvPr/>
          </p:nvSpPr>
          <p:spPr>
            <a:xfrm>
              <a:off x="649925" y="590050"/>
              <a:ext cx="133975" cy="25"/>
            </a:xfrm>
            <a:custGeom>
              <a:avLst/>
              <a:gdLst/>
              <a:ahLst/>
              <a:cxnLst/>
              <a:rect l="l" t="t" r="r" b="b"/>
              <a:pathLst>
                <a:path w="5359" h="1" fill="none" extrusionOk="0">
                  <a:moveTo>
                    <a:pt x="5358" y="0"/>
                  </a:moveTo>
                  <a:lnTo>
                    <a:pt x="0" y="0"/>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201;p12">
              <a:extLst>
                <a:ext uri="{FF2B5EF4-FFF2-40B4-BE49-F238E27FC236}">
                  <a16:creationId xmlns:a16="http://schemas.microsoft.com/office/drawing/2014/main" id="{0D84F2EF-C350-4419-24EA-9822FEC323EE}"/>
                </a:ext>
              </a:extLst>
            </p:cNvPr>
            <p:cNvSpPr/>
            <p:nvPr/>
          </p:nvSpPr>
          <p:spPr>
            <a:xfrm>
              <a:off x="649925" y="534625"/>
              <a:ext cx="255750" cy="25"/>
            </a:xfrm>
            <a:custGeom>
              <a:avLst/>
              <a:gdLst/>
              <a:ahLst/>
              <a:cxnLst/>
              <a:rect l="l" t="t" r="r" b="b"/>
              <a:pathLst>
                <a:path w="10230" h="1" fill="none" extrusionOk="0">
                  <a:moveTo>
                    <a:pt x="10229" y="1"/>
                  </a:moveTo>
                  <a:lnTo>
                    <a:pt x="0"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202;p12">
              <a:extLst>
                <a:ext uri="{FF2B5EF4-FFF2-40B4-BE49-F238E27FC236}">
                  <a16:creationId xmlns:a16="http://schemas.microsoft.com/office/drawing/2014/main" id="{E0C918EA-7C95-B06D-9AA6-30306EE838AB}"/>
                </a:ext>
              </a:extLst>
            </p:cNvPr>
            <p:cNvSpPr/>
            <p:nvPr/>
          </p:nvSpPr>
          <p:spPr>
            <a:xfrm>
              <a:off x="649925" y="479825"/>
              <a:ext cx="255750" cy="25"/>
            </a:xfrm>
            <a:custGeom>
              <a:avLst/>
              <a:gdLst/>
              <a:ahLst/>
              <a:cxnLst/>
              <a:rect l="l" t="t" r="r" b="b"/>
              <a:pathLst>
                <a:path w="10230" h="1" fill="none" extrusionOk="0">
                  <a:moveTo>
                    <a:pt x="10229" y="1"/>
                  </a:moveTo>
                  <a:lnTo>
                    <a:pt x="0"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203;p12">
              <a:extLst>
                <a:ext uri="{FF2B5EF4-FFF2-40B4-BE49-F238E27FC236}">
                  <a16:creationId xmlns:a16="http://schemas.microsoft.com/office/drawing/2014/main" id="{F96A3BDF-2285-9740-112F-7BDEF3530E77}"/>
                </a:ext>
              </a:extLst>
            </p:cNvPr>
            <p:cNvSpPr/>
            <p:nvPr/>
          </p:nvSpPr>
          <p:spPr>
            <a:xfrm>
              <a:off x="649925" y="424425"/>
              <a:ext cx="255750" cy="25"/>
            </a:xfrm>
            <a:custGeom>
              <a:avLst/>
              <a:gdLst/>
              <a:ahLst/>
              <a:cxnLst/>
              <a:rect l="l" t="t" r="r" b="b"/>
              <a:pathLst>
                <a:path w="10230" h="1" fill="none" extrusionOk="0">
                  <a:moveTo>
                    <a:pt x="10229" y="1"/>
                  </a:moveTo>
                  <a:lnTo>
                    <a:pt x="0"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204;p12">
              <a:extLst>
                <a:ext uri="{FF2B5EF4-FFF2-40B4-BE49-F238E27FC236}">
                  <a16:creationId xmlns:a16="http://schemas.microsoft.com/office/drawing/2014/main" id="{A754D96E-94A3-F56E-8356-68CCE1265ED3}"/>
                </a:ext>
              </a:extLst>
            </p:cNvPr>
            <p:cNvSpPr/>
            <p:nvPr/>
          </p:nvSpPr>
          <p:spPr>
            <a:xfrm>
              <a:off x="879475" y="274025"/>
              <a:ext cx="45075" cy="45100"/>
            </a:xfrm>
            <a:custGeom>
              <a:avLst/>
              <a:gdLst/>
              <a:ahLst/>
              <a:cxnLst/>
              <a:rect l="l" t="t" r="r" b="b"/>
              <a:pathLst>
                <a:path w="1803" h="1804" fill="none" extrusionOk="0">
                  <a:moveTo>
                    <a:pt x="901" y="1803"/>
                  </a:moveTo>
                  <a:lnTo>
                    <a:pt x="901" y="1803"/>
                  </a:lnTo>
                  <a:lnTo>
                    <a:pt x="731" y="1779"/>
                  </a:lnTo>
                  <a:lnTo>
                    <a:pt x="560" y="1730"/>
                  </a:lnTo>
                  <a:lnTo>
                    <a:pt x="390" y="1657"/>
                  </a:lnTo>
                  <a:lnTo>
                    <a:pt x="268" y="1535"/>
                  </a:lnTo>
                  <a:lnTo>
                    <a:pt x="146" y="1414"/>
                  </a:lnTo>
                  <a:lnTo>
                    <a:pt x="73" y="1243"/>
                  </a:lnTo>
                  <a:lnTo>
                    <a:pt x="25" y="1073"/>
                  </a:lnTo>
                  <a:lnTo>
                    <a:pt x="0" y="902"/>
                  </a:lnTo>
                  <a:lnTo>
                    <a:pt x="0" y="902"/>
                  </a:lnTo>
                  <a:lnTo>
                    <a:pt x="25" y="732"/>
                  </a:lnTo>
                  <a:lnTo>
                    <a:pt x="73" y="561"/>
                  </a:lnTo>
                  <a:lnTo>
                    <a:pt x="146" y="391"/>
                  </a:lnTo>
                  <a:lnTo>
                    <a:pt x="268" y="269"/>
                  </a:lnTo>
                  <a:lnTo>
                    <a:pt x="390" y="147"/>
                  </a:lnTo>
                  <a:lnTo>
                    <a:pt x="560" y="74"/>
                  </a:lnTo>
                  <a:lnTo>
                    <a:pt x="731" y="25"/>
                  </a:lnTo>
                  <a:lnTo>
                    <a:pt x="901" y="1"/>
                  </a:lnTo>
                  <a:lnTo>
                    <a:pt x="901" y="1"/>
                  </a:lnTo>
                  <a:lnTo>
                    <a:pt x="1072" y="25"/>
                  </a:lnTo>
                  <a:lnTo>
                    <a:pt x="1242" y="74"/>
                  </a:lnTo>
                  <a:lnTo>
                    <a:pt x="1413" y="147"/>
                  </a:lnTo>
                  <a:lnTo>
                    <a:pt x="1535" y="269"/>
                  </a:lnTo>
                  <a:lnTo>
                    <a:pt x="1656" y="391"/>
                  </a:lnTo>
                  <a:lnTo>
                    <a:pt x="1729" y="561"/>
                  </a:lnTo>
                  <a:lnTo>
                    <a:pt x="1778" y="732"/>
                  </a:lnTo>
                  <a:lnTo>
                    <a:pt x="1802" y="902"/>
                  </a:lnTo>
                  <a:lnTo>
                    <a:pt x="1802" y="902"/>
                  </a:lnTo>
                  <a:lnTo>
                    <a:pt x="1778" y="1073"/>
                  </a:lnTo>
                  <a:lnTo>
                    <a:pt x="1729" y="1243"/>
                  </a:lnTo>
                  <a:lnTo>
                    <a:pt x="1656" y="1414"/>
                  </a:lnTo>
                  <a:lnTo>
                    <a:pt x="1535" y="1535"/>
                  </a:lnTo>
                  <a:lnTo>
                    <a:pt x="1413" y="1657"/>
                  </a:lnTo>
                  <a:lnTo>
                    <a:pt x="1242" y="1730"/>
                  </a:lnTo>
                  <a:lnTo>
                    <a:pt x="1072" y="1779"/>
                  </a:lnTo>
                  <a:lnTo>
                    <a:pt x="901" y="1803"/>
                  </a:lnTo>
                  <a:lnTo>
                    <a:pt x="901" y="1803"/>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205;p12">
              <a:extLst>
                <a:ext uri="{FF2B5EF4-FFF2-40B4-BE49-F238E27FC236}">
                  <a16:creationId xmlns:a16="http://schemas.microsoft.com/office/drawing/2014/main" id="{B7AF17C5-271D-1306-524E-C3648C20439B}"/>
                </a:ext>
              </a:extLst>
            </p:cNvPr>
            <p:cNvSpPr/>
            <p:nvPr/>
          </p:nvSpPr>
          <p:spPr>
            <a:xfrm>
              <a:off x="654800" y="244200"/>
              <a:ext cx="25" cy="51175"/>
            </a:xfrm>
            <a:custGeom>
              <a:avLst/>
              <a:gdLst/>
              <a:ahLst/>
              <a:cxnLst/>
              <a:rect l="l" t="t" r="r" b="b"/>
              <a:pathLst>
                <a:path w="1" h="2047" fill="none" extrusionOk="0">
                  <a:moveTo>
                    <a:pt x="0" y="1"/>
                  </a:moveTo>
                  <a:lnTo>
                    <a:pt x="0" y="2046"/>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206;p12">
              <a:extLst>
                <a:ext uri="{FF2B5EF4-FFF2-40B4-BE49-F238E27FC236}">
                  <a16:creationId xmlns:a16="http://schemas.microsoft.com/office/drawing/2014/main" id="{3BDE0F00-CD78-30B2-3D42-B446293A5F34}"/>
                </a:ext>
              </a:extLst>
            </p:cNvPr>
            <p:cNvSpPr/>
            <p:nvPr/>
          </p:nvSpPr>
          <p:spPr>
            <a:xfrm>
              <a:off x="737600" y="244200"/>
              <a:ext cx="25" cy="51175"/>
            </a:xfrm>
            <a:custGeom>
              <a:avLst/>
              <a:gdLst/>
              <a:ahLst/>
              <a:cxnLst/>
              <a:rect l="l" t="t" r="r" b="b"/>
              <a:pathLst>
                <a:path w="1" h="2047" fill="none" extrusionOk="0">
                  <a:moveTo>
                    <a:pt x="1" y="1"/>
                  </a:moveTo>
                  <a:lnTo>
                    <a:pt x="1" y="2046"/>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207;p12">
              <a:extLst>
                <a:ext uri="{FF2B5EF4-FFF2-40B4-BE49-F238E27FC236}">
                  <a16:creationId xmlns:a16="http://schemas.microsoft.com/office/drawing/2014/main" id="{1F6E237C-E501-3879-9F19-8D64D4F36BE3}"/>
                </a:ext>
              </a:extLst>
            </p:cNvPr>
            <p:cNvSpPr/>
            <p:nvPr/>
          </p:nvSpPr>
          <p:spPr>
            <a:xfrm>
              <a:off x="820400" y="244200"/>
              <a:ext cx="25" cy="51175"/>
            </a:xfrm>
            <a:custGeom>
              <a:avLst/>
              <a:gdLst/>
              <a:ahLst/>
              <a:cxnLst/>
              <a:rect l="l" t="t" r="r" b="b"/>
              <a:pathLst>
                <a:path w="1" h="2047" fill="none" extrusionOk="0">
                  <a:moveTo>
                    <a:pt x="1" y="1"/>
                  </a:moveTo>
                  <a:lnTo>
                    <a:pt x="1" y="2046"/>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8;p12">
              <a:extLst>
                <a:ext uri="{FF2B5EF4-FFF2-40B4-BE49-F238E27FC236}">
                  <a16:creationId xmlns:a16="http://schemas.microsoft.com/office/drawing/2014/main" id="{3EE1F23C-63CA-9981-67E5-FA032D4E377C}"/>
                </a:ext>
              </a:extLst>
            </p:cNvPr>
            <p:cNvSpPr/>
            <p:nvPr/>
          </p:nvSpPr>
          <p:spPr>
            <a:xfrm>
              <a:off x="903225" y="244200"/>
              <a:ext cx="25" cy="51175"/>
            </a:xfrm>
            <a:custGeom>
              <a:avLst/>
              <a:gdLst/>
              <a:ahLst/>
              <a:cxnLst/>
              <a:rect l="l" t="t" r="r" b="b"/>
              <a:pathLst>
                <a:path w="1" h="2047" fill="none" extrusionOk="0">
                  <a:moveTo>
                    <a:pt x="0" y="1"/>
                  </a:moveTo>
                  <a:lnTo>
                    <a:pt x="0" y="2046"/>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1138817452"/>
      </p:ext>
    </p:extLst>
  </p:cSld>
  <p:clrMapOvr>
    <a:masterClrMapping/>
  </p:clrMapOvr>
  <p:transition>
    <p:fade thruBlk="1"/>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93A0EB-7E08-01A0-9172-5F80A4C4AEE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6877A41-C096-E479-37D3-33F777D33E6F}"/>
              </a:ext>
            </a:extLst>
          </p:cNvPr>
          <p:cNvSpPr>
            <a:spLocks noGrp="1"/>
          </p:cNvSpPr>
          <p:nvPr>
            <p:ph type="title"/>
          </p:nvPr>
        </p:nvSpPr>
        <p:spPr/>
        <p:txBody>
          <a:bodyPr/>
          <a:lstStyle/>
          <a:p>
            <a:r>
              <a:rPr lang="en-PH" dirty="0"/>
              <a:t>Coding (The Act of Creation)</a:t>
            </a:r>
            <a:endParaRPr lang="en-PH" dirty="0">
              <a:latin typeface="Roboto Condensed" panose="02000000000000000000" pitchFamily="2" charset="0"/>
              <a:ea typeface="Roboto Condensed" panose="02000000000000000000" pitchFamily="2" charset="0"/>
              <a:cs typeface="Roboto Condensed" panose="02000000000000000000" pitchFamily="2" charset="0"/>
            </a:endParaRPr>
          </a:p>
        </p:txBody>
      </p:sp>
      <p:sp>
        <p:nvSpPr>
          <p:cNvPr id="3" name="Text Placeholder 2">
            <a:extLst>
              <a:ext uri="{FF2B5EF4-FFF2-40B4-BE49-F238E27FC236}">
                <a16:creationId xmlns:a16="http://schemas.microsoft.com/office/drawing/2014/main" id="{A6E5D589-3413-B253-9343-5CED58CCBC70}"/>
              </a:ext>
            </a:extLst>
          </p:cNvPr>
          <p:cNvSpPr>
            <a:spLocks noGrp="1"/>
          </p:cNvSpPr>
          <p:nvPr>
            <p:ph type="body" idx="1"/>
          </p:nvPr>
        </p:nvSpPr>
        <p:spPr>
          <a:xfrm>
            <a:off x="140125" y="1308259"/>
            <a:ext cx="4201682" cy="2724300"/>
          </a:xfrm>
        </p:spPr>
        <p:txBody>
          <a:bodyPr/>
          <a:lstStyle/>
          <a:p>
            <a:r>
              <a:rPr lang="en-PH" b="1" dirty="0">
                <a:latin typeface="Roboto Condensed" panose="02000000000000000000" pitchFamily="2" charset="0"/>
                <a:ea typeface="Roboto Condensed" panose="02000000000000000000" pitchFamily="2" charset="0"/>
                <a:cs typeface="Roboto Condensed" panose="02000000000000000000" pitchFamily="2" charset="0"/>
              </a:rPr>
              <a:t>Coding</a:t>
            </a:r>
            <a:r>
              <a:rPr lang="en-PH" dirty="0">
                <a:latin typeface="Roboto Condensed" panose="02000000000000000000" pitchFamily="2" charset="0"/>
                <a:ea typeface="Roboto Condensed" panose="02000000000000000000" pitchFamily="2" charset="0"/>
                <a:cs typeface="Roboto Condensed" panose="02000000000000000000" pitchFamily="2" charset="0"/>
              </a:rPr>
              <a:t> is the process of translating human logic and instructions into a formal language that a computer can execute. </a:t>
            </a:r>
          </a:p>
          <a:p>
            <a:r>
              <a:rPr lang="en-PH" dirty="0">
                <a:latin typeface="Roboto Condensed" panose="02000000000000000000" pitchFamily="2" charset="0"/>
                <a:ea typeface="Roboto Condensed" panose="02000000000000000000" pitchFamily="2" charset="0"/>
                <a:cs typeface="Roboto Condensed" panose="02000000000000000000" pitchFamily="2" charset="0"/>
              </a:rPr>
              <a:t>For beginners, mastering coding means understanding both the rules of the language and the logic of problem-solving.</a:t>
            </a:r>
          </a:p>
        </p:txBody>
      </p:sp>
      <p:sp>
        <p:nvSpPr>
          <p:cNvPr id="5" name="Slide Number Placeholder 4">
            <a:extLst>
              <a:ext uri="{FF2B5EF4-FFF2-40B4-BE49-F238E27FC236}">
                <a16:creationId xmlns:a16="http://schemas.microsoft.com/office/drawing/2014/main" id="{2233618B-4634-F258-0FEA-8D00CC5D4F54}"/>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t>4</a:t>
            </a:fld>
            <a:endParaRPr lang="en-GB"/>
          </a:p>
        </p:txBody>
      </p:sp>
      <p:grpSp>
        <p:nvGrpSpPr>
          <p:cNvPr id="6" name="Google Shape;194;p12">
            <a:extLst>
              <a:ext uri="{FF2B5EF4-FFF2-40B4-BE49-F238E27FC236}">
                <a16:creationId xmlns:a16="http://schemas.microsoft.com/office/drawing/2014/main" id="{3061FF39-62A4-4B8C-9F0D-9ADC4C768113}"/>
              </a:ext>
            </a:extLst>
          </p:cNvPr>
          <p:cNvGrpSpPr/>
          <p:nvPr/>
        </p:nvGrpSpPr>
        <p:grpSpPr>
          <a:xfrm>
            <a:off x="293683" y="574116"/>
            <a:ext cx="309041" cy="403123"/>
            <a:chOff x="590250" y="244200"/>
            <a:chExt cx="407975" cy="532175"/>
          </a:xfrm>
        </p:grpSpPr>
        <p:sp>
          <p:nvSpPr>
            <p:cNvPr id="7" name="Google Shape;195;p12">
              <a:extLst>
                <a:ext uri="{FF2B5EF4-FFF2-40B4-BE49-F238E27FC236}">
                  <a16:creationId xmlns:a16="http://schemas.microsoft.com/office/drawing/2014/main" id="{37732350-1286-ED20-75AD-9BB563C726F9}"/>
                </a:ext>
              </a:extLst>
            </p:cNvPr>
            <p:cNvSpPr/>
            <p:nvPr/>
          </p:nvSpPr>
          <p:spPr>
            <a:xfrm>
              <a:off x="623125" y="313625"/>
              <a:ext cx="375100" cy="462750"/>
            </a:xfrm>
            <a:custGeom>
              <a:avLst/>
              <a:gdLst/>
              <a:ahLst/>
              <a:cxnLst/>
              <a:rect l="l" t="t" r="r" b="b"/>
              <a:pathLst>
                <a:path w="15004" h="18510" fill="none" extrusionOk="0">
                  <a:moveTo>
                    <a:pt x="1" y="17536"/>
                  </a:moveTo>
                  <a:lnTo>
                    <a:pt x="1" y="17536"/>
                  </a:lnTo>
                  <a:lnTo>
                    <a:pt x="1" y="17536"/>
                  </a:lnTo>
                  <a:lnTo>
                    <a:pt x="25" y="17682"/>
                  </a:lnTo>
                  <a:lnTo>
                    <a:pt x="49" y="17852"/>
                  </a:lnTo>
                  <a:lnTo>
                    <a:pt x="123" y="18023"/>
                  </a:lnTo>
                  <a:lnTo>
                    <a:pt x="220" y="18193"/>
                  </a:lnTo>
                  <a:lnTo>
                    <a:pt x="293" y="18291"/>
                  </a:lnTo>
                  <a:lnTo>
                    <a:pt x="390" y="18364"/>
                  </a:lnTo>
                  <a:lnTo>
                    <a:pt x="488" y="18412"/>
                  </a:lnTo>
                  <a:lnTo>
                    <a:pt x="610" y="18461"/>
                  </a:lnTo>
                  <a:lnTo>
                    <a:pt x="756" y="18510"/>
                  </a:lnTo>
                  <a:lnTo>
                    <a:pt x="926" y="18510"/>
                  </a:lnTo>
                  <a:lnTo>
                    <a:pt x="14468" y="18510"/>
                  </a:lnTo>
                  <a:lnTo>
                    <a:pt x="14468" y="18510"/>
                  </a:lnTo>
                  <a:lnTo>
                    <a:pt x="14541" y="18510"/>
                  </a:lnTo>
                  <a:lnTo>
                    <a:pt x="14614" y="18485"/>
                  </a:lnTo>
                  <a:lnTo>
                    <a:pt x="14736" y="18412"/>
                  </a:lnTo>
                  <a:lnTo>
                    <a:pt x="14833" y="18291"/>
                  </a:lnTo>
                  <a:lnTo>
                    <a:pt x="14906" y="18144"/>
                  </a:lnTo>
                  <a:lnTo>
                    <a:pt x="14955" y="17974"/>
                  </a:lnTo>
                  <a:lnTo>
                    <a:pt x="14979" y="17779"/>
                  </a:lnTo>
                  <a:lnTo>
                    <a:pt x="15003" y="17438"/>
                  </a:lnTo>
                  <a:lnTo>
                    <a:pt x="15003" y="487"/>
                  </a:lnTo>
                  <a:lnTo>
                    <a:pt x="15003" y="487"/>
                  </a:lnTo>
                  <a:lnTo>
                    <a:pt x="15003" y="341"/>
                  </a:lnTo>
                  <a:lnTo>
                    <a:pt x="14979" y="219"/>
                  </a:lnTo>
                  <a:lnTo>
                    <a:pt x="14955" y="146"/>
                  </a:lnTo>
                  <a:lnTo>
                    <a:pt x="14906" y="73"/>
                  </a:lnTo>
                  <a:lnTo>
                    <a:pt x="14833" y="49"/>
                  </a:lnTo>
                  <a:lnTo>
                    <a:pt x="14736" y="24"/>
                  </a:lnTo>
                  <a:lnTo>
                    <a:pt x="14468" y="0"/>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196;p12">
              <a:extLst>
                <a:ext uri="{FF2B5EF4-FFF2-40B4-BE49-F238E27FC236}">
                  <a16:creationId xmlns:a16="http://schemas.microsoft.com/office/drawing/2014/main" id="{E422DC4D-FF17-27BA-D5FE-464BD821B157}"/>
                </a:ext>
              </a:extLst>
            </p:cNvPr>
            <p:cNvSpPr/>
            <p:nvPr/>
          </p:nvSpPr>
          <p:spPr>
            <a:xfrm>
              <a:off x="590250" y="269775"/>
              <a:ext cx="377525" cy="462775"/>
            </a:xfrm>
            <a:custGeom>
              <a:avLst/>
              <a:gdLst/>
              <a:ahLst/>
              <a:cxnLst/>
              <a:rect l="l" t="t" r="r" b="b"/>
              <a:pathLst>
                <a:path w="15101" h="18511" fill="none" extrusionOk="0">
                  <a:moveTo>
                    <a:pt x="14321" y="0"/>
                  </a:moveTo>
                  <a:lnTo>
                    <a:pt x="780" y="0"/>
                  </a:lnTo>
                  <a:lnTo>
                    <a:pt x="780" y="0"/>
                  </a:lnTo>
                  <a:lnTo>
                    <a:pt x="634" y="25"/>
                  </a:lnTo>
                  <a:lnTo>
                    <a:pt x="488" y="74"/>
                  </a:lnTo>
                  <a:lnTo>
                    <a:pt x="342" y="122"/>
                  </a:lnTo>
                  <a:lnTo>
                    <a:pt x="220" y="220"/>
                  </a:lnTo>
                  <a:lnTo>
                    <a:pt x="122" y="341"/>
                  </a:lnTo>
                  <a:lnTo>
                    <a:pt x="74" y="488"/>
                  </a:lnTo>
                  <a:lnTo>
                    <a:pt x="25" y="634"/>
                  </a:lnTo>
                  <a:lnTo>
                    <a:pt x="1" y="780"/>
                  </a:lnTo>
                  <a:lnTo>
                    <a:pt x="1" y="17731"/>
                  </a:lnTo>
                  <a:lnTo>
                    <a:pt x="1" y="17731"/>
                  </a:lnTo>
                  <a:lnTo>
                    <a:pt x="25" y="17877"/>
                  </a:lnTo>
                  <a:lnTo>
                    <a:pt x="74" y="18023"/>
                  </a:lnTo>
                  <a:lnTo>
                    <a:pt x="122" y="18169"/>
                  </a:lnTo>
                  <a:lnTo>
                    <a:pt x="220" y="18291"/>
                  </a:lnTo>
                  <a:lnTo>
                    <a:pt x="342" y="18388"/>
                  </a:lnTo>
                  <a:lnTo>
                    <a:pt x="488" y="18437"/>
                  </a:lnTo>
                  <a:lnTo>
                    <a:pt x="634" y="18486"/>
                  </a:lnTo>
                  <a:lnTo>
                    <a:pt x="780" y="18510"/>
                  </a:lnTo>
                  <a:lnTo>
                    <a:pt x="14321" y="18510"/>
                  </a:lnTo>
                  <a:lnTo>
                    <a:pt x="14321" y="18510"/>
                  </a:lnTo>
                  <a:lnTo>
                    <a:pt x="14467" y="18486"/>
                  </a:lnTo>
                  <a:lnTo>
                    <a:pt x="14614" y="18437"/>
                  </a:lnTo>
                  <a:lnTo>
                    <a:pt x="14760" y="18388"/>
                  </a:lnTo>
                  <a:lnTo>
                    <a:pt x="14881" y="18291"/>
                  </a:lnTo>
                  <a:lnTo>
                    <a:pt x="14979" y="18169"/>
                  </a:lnTo>
                  <a:lnTo>
                    <a:pt x="15028" y="18023"/>
                  </a:lnTo>
                  <a:lnTo>
                    <a:pt x="15076" y="17877"/>
                  </a:lnTo>
                  <a:lnTo>
                    <a:pt x="15101" y="17731"/>
                  </a:lnTo>
                  <a:lnTo>
                    <a:pt x="15101" y="780"/>
                  </a:lnTo>
                  <a:lnTo>
                    <a:pt x="15101" y="780"/>
                  </a:lnTo>
                  <a:lnTo>
                    <a:pt x="15076" y="634"/>
                  </a:lnTo>
                  <a:lnTo>
                    <a:pt x="15028" y="488"/>
                  </a:lnTo>
                  <a:lnTo>
                    <a:pt x="14979" y="341"/>
                  </a:lnTo>
                  <a:lnTo>
                    <a:pt x="14881" y="220"/>
                  </a:lnTo>
                  <a:lnTo>
                    <a:pt x="14760" y="122"/>
                  </a:lnTo>
                  <a:lnTo>
                    <a:pt x="14614" y="74"/>
                  </a:lnTo>
                  <a:lnTo>
                    <a:pt x="14467" y="25"/>
                  </a:lnTo>
                  <a:lnTo>
                    <a:pt x="14321" y="0"/>
                  </a:lnTo>
                  <a:lnTo>
                    <a:pt x="14321" y="0"/>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197;p12">
              <a:extLst>
                <a:ext uri="{FF2B5EF4-FFF2-40B4-BE49-F238E27FC236}">
                  <a16:creationId xmlns:a16="http://schemas.microsoft.com/office/drawing/2014/main" id="{28A5006E-A17E-7900-30AA-7DCB5FCA370B}"/>
                </a:ext>
              </a:extLst>
            </p:cNvPr>
            <p:cNvSpPr/>
            <p:nvPr/>
          </p:nvSpPr>
          <p:spPr>
            <a:xfrm>
              <a:off x="796650" y="274025"/>
              <a:ext cx="45100" cy="45100"/>
            </a:xfrm>
            <a:custGeom>
              <a:avLst/>
              <a:gdLst/>
              <a:ahLst/>
              <a:cxnLst/>
              <a:rect l="l" t="t" r="r" b="b"/>
              <a:pathLst>
                <a:path w="1804" h="1804" fill="none" extrusionOk="0">
                  <a:moveTo>
                    <a:pt x="902" y="1"/>
                  </a:moveTo>
                  <a:lnTo>
                    <a:pt x="902" y="1"/>
                  </a:lnTo>
                  <a:lnTo>
                    <a:pt x="1073" y="25"/>
                  </a:lnTo>
                  <a:lnTo>
                    <a:pt x="1243" y="74"/>
                  </a:lnTo>
                  <a:lnTo>
                    <a:pt x="1414" y="147"/>
                  </a:lnTo>
                  <a:lnTo>
                    <a:pt x="1535" y="269"/>
                  </a:lnTo>
                  <a:lnTo>
                    <a:pt x="1657" y="391"/>
                  </a:lnTo>
                  <a:lnTo>
                    <a:pt x="1730" y="561"/>
                  </a:lnTo>
                  <a:lnTo>
                    <a:pt x="1779" y="732"/>
                  </a:lnTo>
                  <a:lnTo>
                    <a:pt x="1803" y="902"/>
                  </a:lnTo>
                  <a:lnTo>
                    <a:pt x="1803" y="902"/>
                  </a:lnTo>
                  <a:lnTo>
                    <a:pt x="1779" y="1073"/>
                  </a:lnTo>
                  <a:lnTo>
                    <a:pt x="1730" y="1243"/>
                  </a:lnTo>
                  <a:lnTo>
                    <a:pt x="1657" y="1414"/>
                  </a:lnTo>
                  <a:lnTo>
                    <a:pt x="1535" y="1535"/>
                  </a:lnTo>
                  <a:lnTo>
                    <a:pt x="1414" y="1657"/>
                  </a:lnTo>
                  <a:lnTo>
                    <a:pt x="1243" y="1730"/>
                  </a:lnTo>
                  <a:lnTo>
                    <a:pt x="1073" y="1779"/>
                  </a:lnTo>
                  <a:lnTo>
                    <a:pt x="902" y="1803"/>
                  </a:lnTo>
                  <a:lnTo>
                    <a:pt x="902" y="1803"/>
                  </a:lnTo>
                  <a:lnTo>
                    <a:pt x="732" y="1779"/>
                  </a:lnTo>
                  <a:lnTo>
                    <a:pt x="561" y="1730"/>
                  </a:lnTo>
                  <a:lnTo>
                    <a:pt x="391" y="1657"/>
                  </a:lnTo>
                  <a:lnTo>
                    <a:pt x="269" y="1535"/>
                  </a:lnTo>
                  <a:lnTo>
                    <a:pt x="147" y="1414"/>
                  </a:lnTo>
                  <a:lnTo>
                    <a:pt x="74" y="1243"/>
                  </a:lnTo>
                  <a:lnTo>
                    <a:pt x="25" y="1073"/>
                  </a:lnTo>
                  <a:lnTo>
                    <a:pt x="1" y="902"/>
                  </a:lnTo>
                  <a:lnTo>
                    <a:pt x="1" y="902"/>
                  </a:lnTo>
                  <a:lnTo>
                    <a:pt x="25" y="732"/>
                  </a:lnTo>
                  <a:lnTo>
                    <a:pt x="74" y="561"/>
                  </a:lnTo>
                  <a:lnTo>
                    <a:pt x="147" y="391"/>
                  </a:lnTo>
                  <a:lnTo>
                    <a:pt x="269" y="269"/>
                  </a:lnTo>
                  <a:lnTo>
                    <a:pt x="391" y="147"/>
                  </a:lnTo>
                  <a:lnTo>
                    <a:pt x="561" y="74"/>
                  </a:lnTo>
                  <a:lnTo>
                    <a:pt x="732" y="25"/>
                  </a:lnTo>
                  <a:lnTo>
                    <a:pt x="902" y="1"/>
                  </a:lnTo>
                  <a:lnTo>
                    <a:pt x="902"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198;p12">
              <a:extLst>
                <a:ext uri="{FF2B5EF4-FFF2-40B4-BE49-F238E27FC236}">
                  <a16:creationId xmlns:a16="http://schemas.microsoft.com/office/drawing/2014/main" id="{AA98957D-031C-DB43-00F5-A7B5D6BD7BE3}"/>
                </a:ext>
              </a:extLst>
            </p:cNvPr>
            <p:cNvSpPr/>
            <p:nvPr/>
          </p:nvSpPr>
          <p:spPr>
            <a:xfrm>
              <a:off x="713850" y="274025"/>
              <a:ext cx="45075" cy="45100"/>
            </a:xfrm>
            <a:custGeom>
              <a:avLst/>
              <a:gdLst/>
              <a:ahLst/>
              <a:cxnLst/>
              <a:rect l="l" t="t" r="r" b="b"/>
              <a:pathLst>
                <a:path w="1803" h="1804" fill="none" extrusionOk="0">
                  <a:moveTo>
                    <a:pt x="902" y="1"/>
                  </a:moveTo>
                  <a:lnTo>
                    <a:pt x="902" y="1"/>
                  </a:lnTo>
                  <a:lnTo>
                    <a:pt x="1072" y="25"/>
                  </a:lnTo>
                  <a:lnTo>
                    <a:pt x="1243" y="74"/>
                  </a:lnTo>
                  <a:lnTo>
                    <a:pt x="1413" y="147"/>
                  </a:lnTo>
                  <a:lnTo>
                    <a:pt x="1535" y="269"/>
                  </a:lnTo>
                  <a:lnTo>
                    <a:pt x="1657" y="391"/>
                  </a:lnTo>
                  <a:lnTo>
                    <a:pt x="1730" y="561"/>
                  </a:lnTo>
                  <a:lnTo>
                    <a:pt x="1779" y="732"/>
                  </a:lnTo>
                  <a:lnTo>
                    <a:pt x="1803" y="902"/>
                  </a:lnTo>
                  <a:lnTo>
                    <a:pt x="1803" y="902"/>
                  </a:lnTo>
                  <a:lnTo>
                    <a:pt x="1779" y="1073"/>
                  </a:lnTo>
                  <a:lnTo>
                    <a:pt x="1730" y="1243"/>
                  </a:lnTo>
                  <a:lnTo>
                    <a:pt x="1657" y="1414"/>
                  </a:lnTo>
                  <a:lnTo>
                    <a:pt x="1535" y="1535"/>
                  </a:lnTo>
                  <a:lnTo>
                    <a:pt x="1413" y="1657"/>
                  </a:lnTo>
                  <a:lnTo>
                    <a:pt x="1243" y="1730"/>
                  </a:lnTo>
                  <a:lnTo>
                    <a:pt x="1072" y="1779"/>
                  </a:lnTo>
                  <a:lnTo>
                    <a:pt x="902" y="1803"/>
                  </a:lnTo>
                  <a:lnTo>
                    <a:pt x="902" y="1803"/>
                  </a:lnTo>
                  <a:lnTo>
                    <a:pt x="731" y="1779"/>
                  </a:lnTo>
                  <a:lnTo>
                    <a:pt x="561" y="1730"/>
                  </a:lnTo>
                  <a:lnTo>
                    <a:pt x="390" y="1657"/>
                  </a:lnTo>
                  <a:lnTo>
                    <a:pt x="269" y="1535"/>
                  </a:lnTo>
                  <a:lnTo>
                    <a:pt x="147" y="1414"/>
                  </a:lnTo>
                  <a:lnTo>
                    <a:pt x="74" y="1243"/>
                  </a:lnTo>
                  <a:lnTo>
                    <a:pt x="25" y="1073"/>
                  </a:lnTo>
                  <a:lnTo>
                    <a:pt x="1" y="902"/>
                  </a:lnTo>
                  <a:lnTo>
                    <a:pt x="1" y="902"/>
                  </a:lnTo>
                  <a:lnTo>
                    <a:pt x="25" y="732"/>
                  </a:lnTo>
                  <a:lnTo>
                    <a:pt x="74" y="561"/>
                  </a:lnTo>
                  <a:lnTo>
                    <a:pt x="147" y="391"/>
                  </a:lnTo>
                  <a:lnTo>
                    <a:pt x="269" y="269"/>
                  </a:lnTo>
                  <a:lnTo>
                    <a:pt x="390" y="147"/>
                  </a:lnTo>
                  <a:lnTo>
                    <a:pt x="561" y="74"/>
                  </a:lnTo>
                  <a:lnTo>
                    <a:pt x="731" y="25"/>
                  </a:lnTo>
                  <a:lnTo>
                    <a:pt x="902" y="1"/>
                  </a:lnTo>
                  <a:lnTo>
                    <a:pt x="902"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99;p12">
              <a:extLst>
                <a:ext uri="{FF2B5EF4-FFF2-40B4-BE49-F238E27FC236}">
                  <a16:creationId xmlns:a16="http://schemas.microsoft.com/office/drawing/2014/main" id="{40B8FC93-4A18-7809-96FA-FD0975266487}"/>
                </a:ext>
              </a:extLst>
            </p:cNvPr>
            <p:cNvSpPr/>
            <p:nvPr/>
          </p:nvSpPr>
          <p:spPr>
            <a:xfrm>
              <a:off x="631050" y="274025"/>
              <a:ext cx="45075" cy="45100"/>
            </a:xfrm>
            <a:custGeom>
              <a:avLst/>
              <a:gdLst/>
              <a:ahLst/>
              <a:cxnLst/>
              <a:rect l="l" t="t" r="r" b="b"/>
              <a:pathLst>
                <a:path w="1803" h="1804" fill="none" extrusionOk="0">
                  <a:moveTo>
                    <a:pt x="0" y="902"/>
                  </a:moveTo>
                  <a:lnTo>
                    <a:pt x="0" y="902"/>
                  </a:lnTo>
                  <a:lnTo>
                    <a:pt x="25" y="732"/>
                  </a:lnTo>
                  <a:lnTo>
                    <a:pt x="73" y="561"/>
                  </a:lnTo>
                  <a:lnTo>
                    <a:pt x="147" y="391"/>
                  </a:lnTo>
                  <a:lnTo>
                    <a:pt x="268" y="269"/>
                  </a:lnTo>
                  <a:lnTo>
                    <a:pt x="390" y="147"/>
                  </a:lnTo>
                  <a:lnTo>
                    <a:pt x="561" y="74"/>
                  </a:lnTo>
                  <a:lnTo>
                    <a:pt x="731" y="25"/>
                  </a:lnTo>
                  <a:lnTo>
                    <a:pt x="902" y="1"/>
                  </a:lnTo>
                  <a:lnTo>
                    <a:pt x="902" y="1"/>
                  </a:lnTo>
                  <a:lnTo>
                    <a:pt x="1072" y="25"/>
                  </a:lnTo>
                  <a:lnTo>
                    <a:pt x="1243" y="74"/>
                  </a:lnTo>
                  <a:lnTo>
                    <a:pt x="1413" y="147"/>
                  </a:lnTo>
                  <a:lnTo>
                    <a:pt x="1535" y="269"/>
                  </a:lnTo>
                  <a:lnTo>
                    <a:pt x="1657" y="391"/>
                  </a:lnTo>
                  <a:lnTo>
                    <a:pt x="1730" y="561"/>
                  </a:lnTo>
                  <a:lnTo>
                    <a:pt x="1778" y="732"/>
                  </a:lnTo>
                  <a:lnTo>
                    <a:pt x="1803" y="902"/>
                  </a:lnTo>
                  <a:lnTo>
                    <a:pt x="1803" y="902"/>
                  </a:lnTo>
                  <a:lnTo>
                    <a:pt x="1778" y="1073"/>
                  </a:lnTo>
                  <a:lnTo>
                    <a:pt x="1730" y="1243"/>
                  </a:lnTo>
                  <a:lnTo>
                    <a:pt x="1657" y="1414"/>
                  </a:lnTo>
                  <a:lnTo>
                    <a:pt x="1535" y="1535"/>
                  </a:lnTo>
                  <a:lnTo>
                    <a:pt x="1413" y="1657"/>
                  </a:lnTo>
                  <a:lnTo>
                    <a:pt x="1243" y="1730"/>
                  </a:lnTo>
                  <a:lnTo>
                    <a:pt x="1072" y="1779"/>
                  </a:lnTo>
                  <a:lnTo>
                    <a:pt x="902" y="1803"/>
                  </a:lnTo>
                  <a:lnTo>
                    <a:pt x="902" y="1803"/>
                  </a:lnTo>
                  <a:lnTo>
                    <a:pt x="731" y="1779"/>
                  </a:lnTo>
                  <a:lnTo>
                    <a:pt x="561" y="1730"/>
                  </a:lnTo>
                  <a:lnTo>
                    <a:pt x="390" y="1657"/>
                  </a:lnTo>
                  <a:lnTo>
                    <a:pt x="268" y="1535"/>
                  </a:lnTo>
                  <a:lnTo>
                    <a:pt x="147" y="1414"/>
                  </a:lnTo>
                  <a:lnTo>
                    <a:pt x="73" y="1243"/>
                  </a:lnTo>
                  <a:lnTo>
                    <a:pt x="25" y="1073"/>
                  </a:lnTo>
                  <a:lnTo>
                    <a:pt x="0" y="902"/>
                  </a:lnTo>
                  <a:lnTo>
                    <a:pt x="0" y="902"/>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200;p12">
              <a:extLst>
                <a:ext uri="{FF2B5EF4-FFF2-40B4-BE49-F238E27FC236}">
                  <a16:creationId xmlns:a16="http://schemas.microsoft.com/office/drawing/2014/main" id="{57882E99-BD45-44DA-432F-004128300339}"/>
                </a:ext>
              </a:extLst>
            </p:cNvPr>
            <p:cNvSpPr/>
            <p:nvPr/>
          </p:nvSpPr>
          <p:spPr>
            <a:xfrm>
              <a:off x="649925" y="590050"/>
              <a:ext cx="133975" cy="25"/>
            </a:xfrm>
            <a:custGeom>
              <a:avLst/>
              <a:gdLst/>
              <a:ahLst/>
              <a:cxnLst/>
              <a:rect l="l" t="t" r="r" b="b"/>
              <a:pathLst>
                <a:path w="5359" h="1" fill="none" extrusionOk="0">
                  <a:moveTo>
                    <a:pt x="5358" y="0"/>
                  </a:moveTo>
                  <a:lnTo>
                    <a:pt x="0" y="0"/>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201;p12">
              <a:extLst>
                <a:ext uri="{FF2B5EF4-FFF2-40B4-BE49-F238E27FC236}">
                  <a16:creationId xmlns:a16="http://schemas.microsoft.com/office/drawing/2014/main" id="{86ABA68C-04CB-7E97-8C6B-0A76C5E6DF0F}"/>
                </a:ext>
              </a:extLst>
            </p:cNvPr>
            <p:cNvSpPr/>
            <p:nvPr/>
          </p:nvSpPr>
          <p:spPr>
            <a:xfrm>
              <a:off x="649925" y="534625"/>
              <a:ext cx="255750" cy="25"/>
            </a:xfrm>
            <a:custGeom>
              <a:avLst/>
              <a:gdLst/>
              <a:ahLst/>
              <a:cxnLst/>
              <a:rect l="l" t="t" r="r" b="b"/>
              <a:pathLst>
                <a:path w="10230" h="1" fill="none" extrusionOk="0">
                  <a:moveTo>
                    <a:pt x="10229" y="1"/>
                  </a:moveTo>
                  <a:lnTo>
                    <a:pt x="0"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202;p12">
              <a:extLst>
                <a:ext uri="{FF2B5EF4-FFF2-40B4-BE49-F238E27FC236}">
                  <a16:creationId xmlns:a16="http://schemas.microsoft.com/office/drawing/2014/main" id="{40578123-5231-1BC0-D826-7F5DE4EEA3B7}"/>
                </a:ext>
              </a:extLst>
            </p:cNvPr>
            <p:cNvSpPr/>
            <p:nvPr/>
          </p:nvSpPr>
          <p:spPr>
            <a:xfrm>
              <a:off x="649925" y="479825"/>
              <a:ext cx="255750" cy="25"/>
            </a:xfrm>
            <a:custGeom>
              <a:avLst/>
              <a:gdLst/>
              <a:ahLst/>
              <a:cxnLst/>
              <a:rect l="l" t="t" r="r" b="b"/>
              <a:pathLst>
                <a:path w="10230" h="1" fill="none" extrusionOk="0">
                  <a:moveTo>
                    <a:pt x="10229" y="1"/>
                  </a:moveTo>
                  <a:lnTo>
                    <a:pt x="0"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203;p12">
              <a:extLst>
                <a:ext uri="{FF2B5EF4-FFF2-40B4-BE49-F238E27FC236}">
                  <a16:creationId xmlns:a16="http://schemas.microsoft.com/office/drawing/2014/main" id="{3E8BD5FC-7F49-2617-9A1D-7F6B18E999F0}"/>
                </a:ext>
              </a:extLst>
            </p:cNvPr>
            <p:cNvSpPr/>
            <p:nvPr/>
          </p:nvSpPr>
          <p:spPr>
            <a:xfrm>
              <a:off x="649925" y="424425"/>
              <a:ext cx="255750" cy="25"/>
            </a:xfrm>
            <a:custGeom>
              <a:avLst/>
              <a:gdLst/>
              <a:ahLst/>
              <a:cxnLst/>
              <a:rect l="l" t="t" r="r" b="b"/>
              <a:pathLst>
                <a:path w="10230" h="1" fill="none" extrusionOk="0">
                  <a:moveTo>
                    <a:pt x="10229" y="1"/>
                  </a:moveTo>
                  <a:lnTo>
                    <a:pt x="0"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204;p12">
              <a:extLst>
                <a:ext uri="{FF2B5EF4-FFF2-40B4-BE49-F238E27FC236}">
                  <a16:creationId xmlns:a16="http://schemas.microsoft.com/office/drawing/2014/main" id="{ED62739A-B98D-FF5F-7DBE-1B6477609774}"/>
                </a:ext>
              </a:extLst>
            </p:cNvPr>
            <p:cNvSpPr/>
            <p:nvPr/>
          </p:nvSpPr>
          <p:spPr>
            <a:xfrm>
              <a:off x="879475" y="274025"/>
              <a:ext cx="45075" cy="45100"/>
            </a:xfrm>
            <a:custGeom>
              <a:avLst/>
              <a:gdLst/>
              <a:ahLst/>
              <a:cxnLst/>
              <a:rect l="l" t="t" r="r" b="b"/>
              <a:pathLst>
                <a:path w="1803" h="1804" fill="none" extrusionOk="0">
                  <a:moveTo>
                    <a:pt x="901" y="1803"/>
                  </a:moveTo>
                  <a:lnTo>
                    <a:pt x="901" y="1803"/>
                  </a:lnTo>
                  <a:lnTo>
                    <a:pt x="731" y="1779"/>
                  </a:lnTo>
                  <a:lnTo>
                    <a:pt x="560" y="1730"/>
                  </a:lnTo>
                  <a:lnTo>
                    <a:pt x="390" y="1657"/>
                  </a:lnTo>
                  <a:lnTo>
                    <a:pt x="268" y="1535"/>
                  </a:lnTo>
                  <a:lnTo>
                    <a:pt x="146" y="1414"/>
                  </a:lnTo>
                  <a:lnTo>
                    <a:pt x="73" y="1243"/>
                  </a:lnTo>
                  <a:lnTo>
                    <a:pt x="25" y="1073"/>
                  </a:lnTo>
                  <a:lnTo>
                    <a:pt x="0" y="902"/>
                  </a:lnTo>
                  <a:lnTo>
                    <a:pt x="0" y="902"/>
                  </a:lnTo>
                  <a:lnTo>
                    <a:pt x="25" y="732"/>
                  </a:lnTo>
                  <a:lnTo>
                    <a:pt x="73" y="561"/>
                  </a:lnTo>
                  <a:lnTo>
                    <a:pt x="146" y="391"/>
                  </a:lnTo>
                  <a:lnTo>
                    <a:pt x="268" y="269"/>
                  </a:lnTo>
                  <a:lnTo>
                    <a:pt x="390" y="147"/>
                  </a:lnTo>
                  <a:lnTo>
                    <a:pt x="560" y="74"/>
                  </a:lnTo>
                  <a:lnTo>
                    <a:pt x="731" y="25"/>
                  </a:lnTo>
                  <a:lnTo>
                    <a:pt x="901" y="1"/>
                  </a:lnTo>
                  <a:lnTo>
                    <a:pt x="901" y="1"/>
                  </a:lnTo>
                  <a:lnTo>
                    <a:pt x="1072" y="25"/>
                  </a:lnTo>
                  <a:lnTo>
                    <a:pt x="1242" y="74"/>
                  </a:lnTo>
                  <a:lnTo>
                    <a:pt x="1413" y="147"/>
                  </a:lnTo>
                  <a:lnTo>
                    <a:pt x="1535" y="269"/>
                  </a:lnTo>
                  <a:lnTo>
                    <a:pt x="1656" y="391"/>
                  </a:lnTo>
                  <a:lnTo>
                    <a:pt x="1729" y="561"/>
                  </a:lnTo>
                  <a:lnTo>
                    <a:pt x="1778" y="732"/>
                  </a:lnTo>
                  <a:lnTo>
                    <a:pt x="1802" y="902"/>
                  </a:lnTo>
                  <a:lnTo>
                    <a:pt x="1802" y="902"/>
                  </a:lnTo>
                  <a:lnTo>
                    <a:pt x="1778" y="1073"/>
                  </a:lnTo>
                  <a:lnTo>
                    <a:pt x="1729" y="1243"/>
                  </a:lnTo>
                  <a:lnTo>
                    <a:pt x="1656" y="1414"/>
                  </a:lnTo>
                  <a:lnTo>
                    <a:pt x="1535" y="1535"/>
                  </a:lnTo>
                  <a:lnTo>
                    <a:pt x="1413" y="1657"/>
                  </a:lnTo>
                  <a:lnTo>
                    <a:pt x="1242" y="1730"/>
                  </a:lnTo>
                  <a:lnTo>
                    <a:pt x="1072" y="1779"/>
                  </a:lnTo>
                  <a:lnTo>
                    <a:pt x="901" y="1803"/>
                  </a:lnTo>
                  <a:lnTo>
                    <a:pt x="901" y="1803"/>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205;p12">
              <a:extLst>
                <a:ext uri="{FF2B5EF4-FFF2-40B4-BE49-F238E27FC236}">
                  <a16:creationId xmlns:a16="http://schemas.microsoft.com/office/drawing/2014/main" id="{5912F319-133B-560A-63B1-8BF39ADF1042}"/>
                </a:ext>
              </a:extLst>
            </p:cNvPr>
            <p:cNvSpPr/>
            <p:nvPr/>
          </p:nvSpPr>
          <p:spPr>
            <a:xfrm>
              <a:off x="654800" y="244200"/>
              <a:ext cx="25" cy="51175"/>
            </a:xfrm>
            <a:custGeom>
              <a:avLst/>
              <a:gdLst/>
              <a:ahLst/>
              <a:cxnLst/>
              <a:rect l="l" t="t" r="r" b="b"/>
              <a:pathLst>
                <a:path w="1" h="2047" fill="none" extrusionOk="0">
                  <a:moveTo>
                    <a:pt x="0" y="1"/>
                  </a:moveTo>
                  <a:lnTo>
                    <a:pt x="0" y="2046"/>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206;p12">
              <a:extLst>
                <a:ext uri="{FF2B5EF4-FFF2-40B4-BE49-F238E27FC236}">
                  <a16:creationId xmlns:a16="http://schemas.microsoft.com/office/drawing/2014/main" id="{1739A36D-7B67-0CA4-1B4C-578F6F8CA8EF}"/>
                </a:ext>
              </a:extLst>
            </p:cNvPr>
            <p:cNvSpPr/>
            <p:nvPr/>
          </p:nvSpPr>
          <p:spPr>
            <a:xfrm>
              <a:off x="737600" y="244200"/>
              <a:ext cx="25" cy="51175"/>
            </a:xfrm>
            <a:custGeom>
              <a:avLst/>
              <a:gdLst/>
              <a:ahLst/>
              <a:cxnLst/>
              <a:rect l="l" t="t" r="r" b="b"/>
              <a:pathLst>
                <a:path w="1" h="2047" fill="none" extrusionOk="0">
                  <a:moveTo>
                    <a:pt x="1" y="1"/>
                  </a:moveTo>
                  <a:lnTo>
                    <a:pt x="1" y="2046"/>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207;p12">
              <a:extLst>
                <a:ext uri="{FF2B5EF4-FFF2-40B4-BE49-F238E27FC236}">
                  <a16:creationId xmlns:a16="http://schemas.microsoft.com/office/drawing/2014/main" id="{2757A4B8-CE25-5A40-1B9F-EA2C728F657C}"/>
                </a:ext>
              </a:extLst>
            </p:cNvPr>
            <p:cNvSpPr/>
            <p:nvPr/>
          </p:nvSpPr>
          <p:spPr>
            <a:xfrm>
              <a:off x="820400" y="244200"/>
              <a:ext cx="25" cy="51175"/>
            </a:xfrm>
            <a:custGeom>
              <a:avLst/>
              <a:gdLst/>
              <a:ahLst/>
              <a:cxnLst/>
              <a:rect l="l" t="t" r="r" b="b"/>
              <a:pathLst>
                <a:path w="1" h="2047" fill="none" extrusionOk="0">
                  <a:moveTo>
                    <a:pt x="1" y="1"/>
                  </a:moveTo>
                  <a:lnTo>
                    <a:pt x="1" y="2046"/>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8;p12">
              <a:extLst>
                <a:ext uri="{FF2B5EF4-FFF2-40B4-BE49-F238E27FC236}">
                  <a16:creationId xmlns:a16="http://schemas.microsoft.com/office/drawing/2014/main" id="{7904D541-1704-85F0-A223-C64D3A436F99}"/>
                </a:ext>
              </a:extLst>
            </p:cNvPr>
            <p:cNvSpPr/>
            <p:nvPr/>
          </p:nvSpPr>
          <p:spPr>
            <a:xfrm>
              <a:off x="903225" y="244200"/>
              <a:ext cx="25" cy="51175"/>
            </a:xfrm>
            <a:custGeom>
              <a:avLst/>
              <a:gdLst/>
              <a:ahLst/>
              <a:cxnLst/>
              <a:rect l="l" t="t" r="r" b="b"/>
              <a:pathLst>
                <a:path w="1" h="2047" fill="none" extrusionOk="0">
                  <a:moveTo>
                    <a:pt x="0" y="1"/>
                  </a:moveTo>
                  <a:lnTo>
                    <a:pt x="0" y="2046"/>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21" name="Picture 20">
            <a:extLst>
              <a:ext uri="{FF2B5EF4-FFF2-40B4-BE49-F238E27FC236}">
                <a16:creationId xmlns:a16="http://schemas.microsoft.com/office/drawing/2014/main" id="{A3FEE543-36B7-B3C1-D77F-373CF0DC2436}"/>
              </a:ext>
            </a:extLst>
          </p:cNvPr>
          <p:cNvPicPr>
            <a:picLocks noChangeAspect="1"/>
          </p:cNvPicPr>
          <p:nvPr/>
        </p:nvPicPr>
        <p:blipFill>
          <a:blip r:embed="rId2"/>
          <a:stretch>
            <a:fillRect/>
          </a:stretch>
        </p:blipFill>
        <p:spPr>
          <a:xfrm>
            <a:off x="4341807" y="1308259"/>
            <a:ext cx="4802194" cy="3201462"/>
          </a:xfrm>
          <a:prstGeom prst="rect">
            <a:avLst/>
          </a:prstGeom>
        </p:spPr>
      </p:pic>
    </p:spTree>
    <p:extLst>
      <p:ext uri="{BB962C8B-B14F-4D97-AF65-F5344CB8AC3E}">
        <p14:creationId xmlns:p14="http://schemas.microsoft.com/office/powerpoint/2010/main" val="3378799116"/>
      </p:ext>
    </p:extLst>
  </p:cSld>
  <p:clrMapOvr>
    <a:masterClrMapping/>
  </p:clrMapOvr>
  <p:transition>
    <p:fade thruBlk="1"/>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201EBA-0891-E617-2C88-23E82A7CCEC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F2B8198-2FB9-768C-3EB4-A244FEE93959}"/>
              </a:ext>
            </a:extLst>
          </p:cNvPr>
          <p:cNvSpPr>
            <a:spLocks noGrp="1"/>
          </p:cNvSpPr>
          <p:nvPr>
            <p:ph type="title"/>
          </p:nvPr>
        </p:nvSpPr>
        <p:spPr/>
        <p:txBody>
          <a:bodyPr/>
          <a:lstStyle/>
          <a:p>
            <a:r>
              <a:rPr lang="en-PH" dirty="0"/>
              <a:t>The Anatomy of Code</a:t>
            </a:r>
            <a:endParaRPr lang="en-PH" dirty="0">
              <a:latin typeface="Roboto Condensed" panose="02000000000000000000" pitchFamily="2" charset="0"/>
              <a:ea typeface="Roboto Condensed" panose="02000000000000000000" pitchFamily="2" charset="0"/>
              <a:cs typeface="Roboto Condensed" panose="02000000000000000000" pitchFamily="2" charset="0"/>
            </a:endParaRPr>
          </a:p>
        </p:txBody>
      </p:sp>
      <p:sp>
        <p:nvSpPr>
          <p:cNvPr id="3" name="Text Placeholder 2">
            <a:extLst>
              <a:ext uri="{FF2B5EF4-FFF2-40B4-BE49-F238E27FC236}">
                <a16:creationId xmlns:a16="http://schemas.microsoft.com/office/drawing/2014/main" id="{5098A9CD-DD77-3437-1CBB-D742285A2443}"/>
              </a:ext>
            </a:extLst>
          </p:cNvPr>
          <p:cNvSpPr>
            <a:spLocks noGrp="1"/>
          </p:cNvSpPr>
          <p:nvPr>
            <p:ph type="body" idx="1"/>
          </p:nvPr>
        </p:nvSpPr>
        <p:spPr>
          <a:xfrm>
            <a:off x="6916119" y="1226892"/>
            <a:ext cx="2007031" cy="722019"/>
          </a:xfrm>
        </p:spPr>
        <p:txBody>
          <a:bodyPr/>
          <a:lstStyle/>
          <a:p>
            <a:r>
              <a:rPr lang="en-PH" b="1" dirty="0">
                <a:latin typeface="Roboto Condensed" panose="02000000000000000000" pitchFamily="2" charset="0"/>
                <a:ea typeface="Roboto Condensed" panose="02000000000000000000" pitchFamily="2" charset="0"/>
                <a:cs typeface="Roboto Condensed" panose="02000000000000000000" pitchFamily="2" charset="0"/>
              </a:rPr>
              <a:t>Source Code vs. Machine Code</a:t>
            </a:r>
          </a:p>
          <a:p>
            <a:pPr lvl="0"/>
            <a:endParaRPr lang="en-PH" dirty="0">
              <a:latin typeface="Roboto Condensed" panose="02000000000000000000" pitchFamily="2" charset="0"/>
              <a:ea typeface="Roboto Condensed" panose="02000000000000000000" pitchFamily="2" charset="0"/>
              <a:cs typeface="Roboto Condensed" panose="02000000000000000000" pitchFamily="2" charset="0"/>
            </a:endParaRPr>
          </a:p>
        </p:txBody>
      </p:sp>
      <p:sp>
        <p:nvSpPr>
          <p:cNvPr id="5" name="Slide Number Placeholder 4">
            <a:extLst>
              <a:ext uri="{FF2B5EF4-FFF2-40B4-BE49-F238E27FC236}">
                <a16:creationId xmlns:a16="http://schemas.microsoft.com/office/drawing/2014/main" id="{A98C33B0-61A6-8274-E94C-768D7EC0C32D}"/>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t>5</a:t>
            </a:fld>
            <a:endParaRPr lang="en-GB"/>
          </a:p>
        </p:txBody>
      </p:sp>
      <p:grpSp>
        <p:nvGrpSpPr>
          <p:cNvPr id="6" name="Google Shape;194;p12">
            <a:extLst>
              <a:ext uri="{FF2B5EF4-FFF2-40B4-BE49-F238E27FC236}">
                <a16:creationId xmlns:a16="http://schemas.microsoft.com/office/drawing/2014/main" id="{3F0D49B2-276E-44BD-6E7D-6066930DCA46}"/>
              </a:ext>
            </a:extLst>
          </p:cNvPr>
          <p:cNvGrpSpPr/>
          <p:nvPr/>
        </p:nvGrpSpPr>
        <p:grpSpPr>
          <a:xfrm>
            <a:off x="293683" y="574116"/>
            <a:ext cx="309041" cy="403123"/>
            <a:chOff x="590250" y="244200"/>
            <a:chExt cx="407975" cy="532175"/>
          </a:xfrm>
        </p:grpSpPr>
        <p:sp>
          <p:nvSpPr>
            <p:cNvPr id="7" name="Google Shape;195;p12">
              <a:extLst>
                <a:ext uri="{FF2B5EF4-FFF2-40B4-BE49-F238E27FC236}">
                  <a16:creationId xmlns:a16="http://schemas.microsoft.com/office/drawing/2014/main" id="{8F76325C-7472-FEB8-F728-1FB5F23699EA}"/>
                </a:ext>
              </a:extLst>
            </p:cNvPr>
            <p:cNvSpPr/>
            <p:nvPr/>
          </p:nvSpPr>
          <p:spPr>
            <a:xfrm>
              <a:off x="623125" y="313625"/>
              <a:ext cx="375100" cy="462750"/>
            </a:xfrm>
            <a:custGeom>
              <a:avLst/>
              <a:gdLst/>
              <a:ahLst/>
              <a:cxnLst/>
              <a:rect l="l" t="t" r="r" b="b"/>
              <a:pathLst>
                <a:path w="15004" h="18510" fill="none" extrusionOk="0">
                  <a:moveTo>
                    <a:pt x="1" y="17536"/>
                  </a:moveTo>
                  <a:lnTo>
                    <a:pt x="1" y="17536"/>
                  </a:lnTo>
                  <a:lnTo>
                    <a:pt x="1" y="17536"/>
                  </a:lnTo>
                  <a:lnTo>
                    <a:pt x="25" y="17682"/>
                  </a:lnTo>
                  <a:lnTo>
                    <a:pt x="49" y="17852"/>
                  </a:lnTo>
                  <a:lnTo>
                    <a:pt x="123" y="18023"/>
                  </a:lnTo>
                  <a:lnTo>
                    <a:pt x="220" y="18193"/>
                  </a:lnTo>
                  <a:lnTo>
                    <a:pt x="293" y="18291"/>
                  </a:lnTo>
                  <a:lnTo>
                    <a:pt x="390" y="18364"/>
                  </a:lnTo>
                  <a:lnTo>
                    <a:pt x="488" y="18412"/>
                  </a:lnTo>
                  <a:lnTo>
                    <a:pt x="610" y="18461"/>
                  </a:lnTo>
                  <a:lnTo>
                    <a:pt x="756" y="18510"/>
                  </a:lnTo>
                  <a:lnTo>
                    <a:pt x="926" y="18510"/>
                  </a:lnTo>
                  <a:lnTo>
                    <a:pt x="14468" y="18510"/>
                  </a:lnTo>
                  <a:lnTo>
                    <a:pt x="14468" y="18510"/>
                  </a:lnTo>
                  <a:lnTo>
                    <a:pt x="14541" y="18510"/>
                  </a:lnTo>
                  <a:lnTo>
                    <a:pt x="14614" y="18485"/>
                  </a:lnTo>
                  <a:lnTo>
                    <a:pt x="14736" y="18412"/>
                  </a:lnTo>
                  <a:lnTo>
                    <a:pt x="14833" y="18291"/>
                  </a:lnTo>
                  <a:lnTo>
                    <a:pt x="14906" y="18144"/>
                  </a:lnTo>
                  <a:lnTo>
                    <a:pt x="14955" y="17974"/>
                  </a:lnTo>
                  <a:lnTo>
                    <a:pt x="14979" y="17779"/>
                  </a:lnTo>
                  <a:lnTo>
                    <a:pt x="15003" y="17438"/>
                  </a:lnTo>
                  <a:lnTo>
                    <a:pt x="15003" y="487"/>
                  </a:lnTo>
                  <a:lnTo>
                    <a:pt x="15003" y="487"/>
                  </a:lnTo>
                  <a:lnTo>
                    <a:pt x="15003" y="341"/>
                  </a:lnTo>
                  <a:lnTo>
                    <a:pt x="14979" y="219"/>
                  </a:lnTo>
                  <a:lnTo>
                    <a:pt x="14955" y="146"/>
                  </a:lnTo>
                  <a:lnTo>
                    <a:pt x="14906" y="73"/>
                  </a:lnTo>
                  <a:lnTo>
                    <a:pt x="14833" y="49"/>
                  </a:lnTo>
                  <a:lnTo>
                    <a:pt x="14736" y="24"/>
                  </a:lnTo>
                  <a:lnTo>
                    <a:pt x="14468" y="0"/>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196;p12">
              <a:extLst>
                <a:ext uri="{FF2B5EF4-FFF2-40B4-BE49-F238E27FC236}">
                  <a16:creationId xmlns:a16="http://schemas.microsoft.com/office/drawing/2014/main" id="{284ACF7E-E6EE-4E7E-4C53-9325C1031E5C}"/>
                </a:ext>
              </a:extLst>
            </p:cNvPr>
            <p:cNvSpPr/>
            <p:nvPr/>
          </p:nvSpPr>
          <p:spPr>
            <a:xfrm>
              <a:off x="590250" y="269775"/>
              <a:ext cx="377525" cy="462775"/>
            </a:xfrm>
            <a:custGeom>
              <a:avLst/>
              <a:gdLst/>
              <a:ahLst/>
              <a:cxnLst/>
              <a:rect l="l" t="t" r="r" b="b"/>
              <a:pathLst>
                <a:path w="15101" h="18511" fill="none" extrusionOk="0">
                  <a:moveTo>
                    <a:pt x="14321" y="0"/>
                  </a:moveTo>
                  <a:lnTo>
                    <a:pt x="780" y="0"/>
                  </a:lnTo>
                  <a:lnTo>
                    <a:pt x="780" y="0"/>
                  </a:lnTo>
                  <a:lnTo>
                    <a:pt x="634" y="25"/>
                  </a:lnTo>
                  <a:lnTo>
                    <a:pt x="488" y="74"/>
                  </a:lnTo>
                  <a:lnTo>
                    <a:pt x="342" y="122"/>
                  </a:lnTo>
                  <a:lnTo>
                    <a:pt x="220" y="220"/>
                  </a:lnTo>
                  <a:lnTo>
                    <a:pt x="122" y="341"/>
                  </a:lnTo>
                  <a:lnTo>
                    <a:pt x="74" y="488"/>
                  </a:lnTo>
                  <a:lnTo>
                    <a:pt x="25" y="634"/>
                  </a:lnTo>
                  <a:lnTo>
                    <a:pt x="1" y="780"/>
                  </a:lnTo>
                  <a:lnTo>
                    <a:pt x="1" y="17731"/>
                  </a:lnTo>
                  <a:lnTo>
                    <a:pt x="1" y="17731"/>
                  </a:lnTo>
                  <a:lnTo>
                    <a:pt x="25" y="17877"/>
                  </a:lnTo>
                  <a:lnTo>
                    <a:pt x="74" y="18023"/>
                  </a:lnTo>
                  <a:lnTo>
                    <a:pt x="122" y="18169"/>
                  </a:lnTo>
                  <a:lnTo>
                    <a:pt x="220" y="18291"/>
                  </a:lnTo>
                  <a:lnTo>
                    <a:pt x="342" y="18388"/>
                  </a:lnTo>
                  <a:lnTo>
                    <a:pt x="488" y="18437"/>
                  </a:lnTo>
                  <a:lnTo>
                    <a:pt x="634" y="18486"/>
                  </a:lnTo>
                  <a:lnTo>
                    <a:pt x="780" y="18510"/>
                  </a:lnTo>
                  <a:lnTo>
                    <a:pt x="14321" y="18510"/>
                  </a:lnTo>
                  <a:lnTo>
                    <a:pt x="14321" y="18510"/>
                  </a:lnTo>
                  <a:lnTo>
                    <a:pt x="14467" y="18486"/>
                  </a:lnTo>
                  <a:lnTo>
                    <a:pt x="14614" y="18437"/>
                  </a:lnTo>
                  <a:lnTo>
                    <a:pt x="14760" y="18388"/>
                  </a:lnTo>
                  <a:lnTo>
                    <a:pt x="14881" y="18291"/>
                  </a:lnTo>
                  <a:lnTo>
                    <a:pt x="14979" y="18169"/>
                  </a:lnTo>
                  <a:lnTo>
                    <a:pt x="15028" y="18023"/>
                  </a:lnTo>
                  <a:lnTo>
                    <a:pt x="15076" y="17877"/>
                  </a:lnTo>
                  <a:lnTo>
                    <a:pt x="15101" y="17731"/>
                  </a:lnTo>
                  <a:lnTo>
                    <a:pt x="15101" y="780"/>
                  </a:lnTo>
                  <a:lnTo>
                    <a:pt x="15101" y="780"/>
                  </a:lnTo>
                  <a:lnTo>
                    <a:pt x="15076" y="634"/>
                  </a:lnTo>
                  <a:lnTo>
                    <a:pt x="15028" y="488"/>
                  </a:lnTo>
                  <a:lnTo>
                    <a:pt x="14979" y="341"/>
                  </a:lnTo>
                  <a:lnTo>
                    <a:pt x="14881" y="220"/>
                  </a:lnTo>
                  <a:lnTo>
                    <a:pt x="14760" y="122"/>
                  </a:lnTo>
                  <a:lnTo>
                    <a:pt x="14614" y="74"/>
                  </a:lnTo>
                  <a:lnTo>
                    <a:pt x="14467" y="25"/>
                  </a:lnTo>
                  <a:lnTo>
                    <a:pt x="14321" y="0"/>
                  </a:lnTo>
                  <a:lnTo>
                    <a:pt x="14321" y="0"/>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197;p12">
              <a:extLst>
                <a:ext uri="{FF2B5EF4-FFF2-40B4-BE49-F238E27FC236}">
                  <a16:creationId xmlns:a16="http://schemas.microsoft.com/office/drawing/2014/main" id="{238D23CF-C07C-3C3D-F281-BDF83CDADA47}"/>
                </a:ext>
              </a:extLst>
            </p:cNvPr>
            <p:cNvSpPr/>
            <p:nvPr/>
          </p:nvSpPr>
          <p:spPr>
            <a:xfrm>
              <a:off x="796650" y="274025"/>
              <a:ext cx="45100" cy="45100"/>
            </a:xfrm>
            <a:custGeom>
              <a:avLst/>
              <a:gdLst/>
              <a:ahLst/>
              <a:cxnLst/>
              <a:rect l="l" t="t" r="r" b="b"/>
              <a:pathLst>
                <a:path w="1804" h="1804" fill="none" extrusionOk="0">
                  <a:moveTo>
                    <a:pt x="902" y="1"/>
                  </a:moveTo>
                  <a:lnTo>
                    <a:pt x="902" y="1"/>
                  </a:lnTo>
                  <a:lnTo>
                    <a:pt x="1073" y="25"/>
                  </a:lnTo>
                  <a:lnTo>
                    <a:pt x="1243" y="74"/>
                  </a:lnTo>
                  <a:lnTo>
                    <a:pt x="1414" y="147"/>
                  </a:lnTo>
                  <a:lnTo>
                    <a:pt x="1535" y="269"/>
                  </a:lnTo>
                  <a:lnTo>
                    <a:pt x="1657" y="391"/>
                  </a:lnTo>
                  <a:lnTo>
                    <a:pt x="1730" y="561"/>
                  </a:lnTo>
                  <a:lnTo>
                    <a:pt x="1779" y="732"/>
                  </a:lnTo>
                  <a:lnTo>
                    <a:pt x="1803" y="902"/>
                  </a:lnTo>
                  <a:lnTo>
                    <a:pt x="1803" y="902"/>
                  </a:lnTo>
                  <a:lnTo>
                    <a:pt x="1779" y="1073"/>
                  </a:lnTo>
                  <a:lnTo>
                    <a:pt x="1730" y="1243"/>
                  </a:lnTo>
                  <a:lnTo>
                    <a:pt x="1657" y="1414"/>
                  </a:lnTo>
                  <a:lnTo>
                    <a:pt x="1535" y="1535"/>
                  </a:lnTo>
                  <a:lnTo>
                    <a:pt x="1414" y="1657"/>
                  </a:lnTo>
                  <a:lnTo>
                    <a:pt x="1243" y="1730"/>
                  </a:lnTo>
                  <a:lnTo>
                    <a:pt x="1073" y="1779"/>
                  </a:lnTo>
                  <a:lnTo>
                    <a:pt x="902" y="1803"/>
                  </a:lnTo>
                  <a:lnTo>
                    <a:pt x="902" y="1803"/>
                  </a:lnTo>
                  <a:lnTo>
                    <a:pt x="732" y="1779"/>
                  </a:lnTo>
                  <a:lnTo>
                    <a:pt x="561" y="1730"/>
                  </a:lnTo>
                  <a:lnTo>
                    <a:pt x="391" y="1657"/>
                  </a:lnTo>
                  <a:lnTo>
                    <a:pt x="269" y="1535"/>
                  </a:lnTo>
                  <a:lnTo>
                    <a:pt x="147" y="1414"/>
                  </a:lnTo>
                  <a:lnTo>
                    <a:pt x="74" y="1243"/>
                  </a:lnTo>
                  <a:lnTo>
                    <a:pt x="25" y="1073"/>
                  </a:lnTo>
                  <a:lnTo>
                    <a:pt x="1" y="902"/>
                  </a:lnTo>
                  <a:lnTo>
                    <a:pt x="1" y="902"/>
                  </a:lnTo>
                  <a:lnTo>
                    <a:pt x="25" y="732"/>
                  </a:lnTo>
                  <a:lnTo>
                    <a:pt x="74" y="561"/>
                  </a:lnTo>
                  <a:lnTo>
                    <a:pt x="147" y="391"/>
                  </a:lnTo>
                  <a:lnTo>
                    <a:pt x="269" y="269"/>
                  </a:lnTo>
                  <a:lnTo>
                    <a:pt x="391" y="147"/>
                  </a:lnTo>
                  <a:lnTo>
                    <a:pt x="561" y="74"/>
                  </a:lnTo>
                  <a:lnTo>
                    <a:pt x="732" y="25"/>
                  </a:lnTo>
                  <a:lnTo>
                    <a:pt x="902" y="1"/>
                  </a:lnTo>
                  <a:lnTo>
                    <a:pt x="902"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198;p12">
              <a:extLst>
                <a:ext uri="{FF2B5EF4-FFF2-40B4-BE49-F238E27FC236}">
                  <a16:creationId xmlns:a16="http://schemas.microsoft.com/office/drawing/2014/main" id="{D6D64D22-2B33-A6F7-AFD9-8962CDAE922C}"/>
                </a:ext>
              </a:extLst>
            </p:cNvPr>
            <p:cNvSpPr/>
            <p:nvPr/>
          </p:nvSpPr>
          <p:spPr>
            <a:xfrm>
              <a:off x="713850" y="274025"/>
              <a:ext cx="45075" cy="45100"/>
            </a:xfrm>
            <a:custGeom>
              <a:avLst/>
              <a:gdLst/>
              <a:ahLst/>
              <a:cxnLst/>
              <a:rect l="l" t="t" r="r" b="b"/>
              <a:pathLst>
                <a:path w="1803" h="1804" fill="none" extrusionOk="0">
                  <a:moveTo>
                    <a:pt x="902" y="1"/>
                  </a:moveTo>
                  <a:lnTo>
                    <a:pt x="902" y="1"/>
                  </a:lnTo>
                  <a:lnTo>
                    <a:pt x="1072" y="25"/>
                  </a:lnTo>
                  <a:lnTo>
                    <a:pt x="1243" y="74"/>
                  </a:lnTo>
                  <a:lnTo>
                    <a:pt x="1413" y="147"/>
                  </a:lnTo>
                  <a:lnTo>
                    <a:pt x="1535" y="269"/>
                  </a:lnTo>
                  <a:lnTo>
                    <a:pt x="1657" y="391"/>
                  </a:lnTo>
                  <a:lnTo>
                    <a:pt x="1730" y="561"/>
                  </a:lnTo>
                  <a:lnTo>
                    <a:pt x="1779" y="732"/>
                  </a:lnTo>
                  <a:lnTo>
                    <a:pt x="1803" y="902"/>
                  </a:lnTo>
                  <a:lnTo>
                    <a:pt x="1803" y="902"/>
                  </a:lnTo>
                  <a:lnTo>
                    <a:pt x="1779" y="1073"/>
                  </a:lnTo>
                  <a:lnTo>
                    <a:pt x="1730" y="1243"/>
                  </a:lnTo>
                  <a:lnTo>
                    <a:pt x="1657" y="1414"/>
                  </a:lnTo>
                  <a:lnTo>
                    <a:pt x="1535" y="1535"/>
                  </a:lnTo>
                  <a:lnTo>
                    <a:pt x="1413" y="1657"/>
                  </a:lnTo>
                  <a:lnTo>
                    <a:pt x="1243" y="1730"/>
                  </a:lnTo>
                  <a:lnTo>
                    <a:pt x="1072" y="1779"/>
                  </a:lnTo>
                  <a:lnTo>
                    <a:pt x="902" y="1803"/>
                  </a:lnTo>
                  <a:lnTo>
                    <a:pt x="902" y="1803"/>
                  </a:lnTo>
                  <a:lnTo>
                    <a:pt x="731" y="1779"/>
                  </a:lnTo>
                  <a:lnTo>
                    <a:pt x="561" y="1730"/>
                  </a:lnTo>
                  <a:lnTo>
                    <a:pt x="390" y="1657"/>
                  </a:lnTo>
                  <a:lnTo>
                    <a:pt x="269" y="1535"/>
                  </a:lnTo>
                  <a:lnTo>
                    <a:pt x="147" y="1414"/>
                  </a:lnTo>
                  <a:lnTo>
                    <a:pt x="74" y="1243"/>
                  </a:lnTo>
                  <a:lnTo>
                    <a:pt x="25" y="1073"/>
                  </a:lnTo>
                  <a:lnTo>
                    <a:pt x="1" y="902"/>
                  </a:lnTo>
                  <a:lnTo>
                    <a:pt x="1" y="902"/>
                  </a:lnTo>
                  <a:lnTo>
                    <a:pt x="25" y="732"/>
                  </a:lnTo>
                  <a:lnTo>
                    <a:pt x="74" y="561"/>
                  </a:lnTo>
                  <a:lnTo>
                    <a:pt x="147" y="391"/>
                  </a:lnTo>
                  <a:lnTo>
                    <a:pt x="269" y="269"/>
                  </a:lnTo>
                  <a:lnTo>
                    <a:pt x="390" y="147"/>
                  </a:lnTo>
                  <a:lnTo>
                    <a:pt x="561" y="74"/>
                  </a:lnTo>
                  <a:lnTo>
                    <a:pt x="731" y="25"/>
                  </a:lnTo>
                  <a:lnTo>
                    <a:pt x="902" y="1"/>
                  </a:lnTo>
                  <a:lnTo>
                    <a:pt x="902"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99;p12">
              <a:extLst>
                <a:ext uri="{FF2B5EF4-FFF2-40B4-BE49-F238E27FC236}">
                  <a16:creationId xmlns:a16="http://schemas.microsoft.com/office/drawing/2014/main" id="{B22E1271-44B3-838A-E660-524340909F47}"/>
                </a:ext>
              </a:extLst>
            </p:cNvPr>
            <p:cNvSpPr/>
            <p:nvPr/>
          </p:nvSpPr>
          <p:spPr>
            <a:xfrm>
              <a:off x="631050" y="274025"/>
              <a:ext cx="45075" cy="45100"/>
            </a:xfrm>
            <a:custGeom>
              <a:avLst/>
              <a:gdLst/>
              <a:ahLst/>
              <a:cxnLst/>
              <a:rect l="l" t="t" r="r" b="b"/>
              <a:pathLst>
                <a:path w="1803" h="1804" fill="none" extrusionOk="0">
                  <a:moveTo>
                    <a:pt x="0" y="902"/>
                  </a:moveTo>
                  <a:lnTo>
                    <a:pt x="0" y="902"/>
                  </a:lnTo>
                  <a:lnTo>
                    <a:pt x="25" y="732"/>
                  </a:lnTo>
                  <a:lnTo>
                    <a:pt x="73" y="561"/>
                  </a:lnTo>
                  <a:lnTo>
                    <a:pt x="147" y="391"/>
                  </a:lnTo>
                  <a:lnTo>
                    <a:pt x="268" y="269"/>
                  </a:lnTo>
                  <a:lnTo>
                    <a:pt x="390" y="147"/>
                  </a:lnTo>
                  <a:lnTo>
                    <a:pt x="561" y="74"/>
                  </a:lnTo>
                  <a:lnTo>
                    <a:pt x="731" y="25"/>
                  </a:lnTo>
                  <a:lnTo>
                    <a:pt x="902" y="1"/>
                  </a:lnTo>
                  <a:lnTo>
                    <a:pt x="902" y="1"/>
                  </a:lnTo>
                  <a:lnTo>
                    <a:pt x="1072" y="25"/>
                  </a:lnTo>
                  <a:lnTo>
                    <a:pt x="1243" y="74"/>
                  </a:lnTo>
                  <a:lnTo>
                    <a:pt x="1413" y="147"/>
                  </a:lnTo>
                  <a:lnTo>
                    <a:pt x="1535" y="269"/>
                  </a:lnTo>
                  <a:lnTo>
                    <a:pt x="1657" y="391"/>
                  </a:lnTo>
                  <a:lnTo>
                    <a:pt x="1730" y="561"/>
                  </a:lnTo>
                  <a:lnTo>
                    <a:pt x="1778" y="732"/>
                  </a:lnTo>
                  <a:lnTo>
                    <a:pt x="1803" y="902"/>
                  </a:lnTo>
                  <a:lnTo>
                    <a:pt x="1803" y="902"/>
                  </a:lnTo>
                  <a:lnTo>
                    <a:pt x="1778" y="1073"/>
                  </a:lnTo>
                  <a:lnTo>
                    <a:pt x="1730" y="1243"/>
                  </a:lnTo>
                  <a:lnTo>
                    <a:pt x="1657" y="1414"/>
                  </a:lnTo>
                  <a:lnTo>
                    <a:pt x="1535" y="1535"/>
                  </a:lnTo>
                  <a:lnTo>
                    <a:pt x="1413" y="1657"/>
                  </a:lnTo>
                  <a:lnTo>
                    <a:pt x="1243" y="1730"/>
                  </a:lnTo>
                  <a:lnTo>
                    <a:pt x="1072" y="1779"/>
                  </a:lnTo>
                  <a:lnTo>
                    <a:pt x="902" y="1803"/>
                  </a:lnTo>
                  <a:lnTo>
                    <a:pt x="902" y="1803"/>
                  </a:lnTo>
                  <a:lnTo>
                    <a:pt x="731" y="1779"/>
                  </a:lnTo>
                  <a:lnTo>
                    <a:pt x="561" y="1730"/>
                  </a:lnTo>
                  <a:lnTo>
                    <a:pt x="390" y="1657"/>
                  </a:lnTo>
                  <a:lnTo>
                    <a:pt x="268" y="1535"/>
                  </a:lnTo>
                  <a:lnTo>
                    <a:pt x="147" y="1414"/>
                  </a:lnTo>
                  <a:lnTo>
                    <a:pt x="73" y="1243"/>
                  </a:lnTo>
                  <a:lnTo>
                    <a:pt x="25" y="1073"/>
                  </a:lnTo>
                  <a:lnTo>
                    <a:pt x="0" y="902"/>
                  </a:lnTo>
                  <a:lnTo>
                    <a:pt x="0" y="902"/>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200;p12">
              <a:extLst>
                <a:ext uri="{FF2B5EF4-FFF2-40B4-BE49-F238E27FC236}">
                  <a16:creationId xmlns:a16="http://schemas.microsoft.com/office/drawing/2014/main" id="{D3B6E2B3-855F-EFDF-5046-0CAE1A339C28}"/>
                </a:ext>
              </a:extLst>
            </p:cNvPr>
            <p:cNvSpPr/>
            <p:nvPr/>
          </p:nvSpPr>
          <p:spPr>
            <a:xfrm>
              <a:off x="649925" y="590050"/>
              <a:ext cx="133975" cy="25"/>
            </a:xfrm>
            <a:custGeom>
              <a:avLst/>
              <a:gdLst/>
              <a:ahLst/>
              <a:cxnLst/>
              <a:rect l="l" t="t" r="r" b="b"/>
              <a:pathLst>
                <a:path w="5359" h="1" fill="none" extrusionOk="0">
                  <a:moveTo>
                    <a:pt x="5358" y="0"/>
                  </a:moveTo>
                  <a:lnTo>
                    <a:pt x="0" y="0"/>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201;p12">
              <a:extLst>
                <a:ext uri="{FF2B5EF4-FFF2-40B4-BE49-F238E27FC236}">
                  <a16:creationId xmlns:a16="http://schemas.microsoft.com/office/drawing/2014/main" id="{91AFC24D-AF48-9E9F-7275-F5C0D047B5D7}"/>
                </a:ext>
              </a:extLst>
            </p:cNvPr>
            <p:cNvSpPr/>
            <p:nvPr/>
          </p:nvSpPr>
          <p:spPr>
            <a:xfrm>
              <a:off x="649925" y="534625"/>
              <a:ext cx="255750" cy="25"/>
            </a:xfrm>
            <a:custGeom>
              <a:avLst/>
              <a:gdLst/>
              <a:ahLst/>
              <a:cxnLst/>
              <a:rect l="l" t="t" r="r" b="b"/>
              <a:pathLst>
                <a:path w="10230" h="1" fill="none" extrusionOk="0">
                  <a:moveTo>
                    <a:pt x="10229" y="1"/>
                  </a:moveTo>
                  <a:lnTo>
                    <a:pt x="0"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202;p12">
              <a:extLst>
                <a:ext uri="{FF2B5EF4-FFF2-40B4-BE49-F238E27FC236}">
                  <a16:creationId xmlns:a16="http://schemas.microsoft.com/office/drawing/2014/main" id="{3424BA6F-58E5-E1D7-A348-EFC516B63B80}"/>
                </a:ext>
              </a:extLst>
            </p:cNvPr>
            <p:cNvSpPr/>
            <p:nvPr/>
          </p:nvSpPr>
          <p:spPr>
            <a:xfrm>
              <a:off x="649925" y="479825"/>
              <a:ext cx="255750" cy="25"/>
            </a:xfrm>
            <a:custGeom>
              <a:avLst/>
              <a:gdLst/>
              <a:ahLst/>
              <a:cxnLst/>
              <a:rect l="l" t="t" r="r" b="b"/>
              <a:pathLst>
                <a:path w="10230" h="1" fill="none" extrusionOk="0">
                  <a:moveTo>
                    <a:pt x="10229" y="1"/>
                  </a:moveTo>
                  <a:lnTo>
                    <a:pt x="0"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203;p12">
              <a:extLst>
                <a:ext uri="{FF2B5EF4-FFF2-40B4-BE49-F238E27FC236}">
                  <a16:creationId xmlns:a16="http://schemas.microsoft.com/office/drawing/2014/main" id="{F7B64F94-018C-4472-A026-BF614BE53A36}"/>
                </a:ext>
              </a:extLst>
            </p:cNvPr>
            <p:cNvSpPr/>
            <p:nvPr/>
          </p:nvSpPr>
          <p:spPr>
            <a:xfrm>
              <a:off x="649925" y="424425"/>
              <a:ext cx="255750" cy="25"/>
            </a:xfrm>
            <a:custGeom>
              <a:avLst/>
              <a:gdLst/>
              <a:ahLst/>
              <a:cxnLst/>
              <a:rect l="l" t="t" r="r" b="b"/>
              <a:pathLst>
                <a:path w="10230" h="1" fill="none" extrusionOk="0">
                  <a:moveTo>
                    <a:pt x="10229" y="1"/>
                  </a:moveTo>
                  <a:lnTo>
                    <a:pt x="0"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204;p12">
              <a:extLst>
                <a:ext uri="{FF2B5EF4-FFF2-40B4-BE49-F238E27FC236}">
                  <a16:creationId xmlns:a16="http://schemas.microsoft.com/office/drawing/2014/main" id="{FDFF1B21-69A1-F876-A847-B216B6B5D145}"/>
                </a:ext>
              </a:extLst>
            </p:cNvPr>
            <p:cNvSpPr/>
            <p:nvPr/>
          </p:nvSpPr>
          <p:spPr>
            <a:xfrm>
              <a:off x="879475" y="274025"/>
              <a:ext cx="45075" cy="45100"/>
            </a:xfrm>
            <a:custGeom>
              <a:avLst/>
              <a:gdLst/>
              <a:ahLst/>
              <a:cxnLst/>
              <a:rect l="l" t="t" r="r" b="b"/>
              <a:pathLst>
                <a:path w="1803" h="1804" fill="none" extrusionOk="0">
                  <a:moveTo>
                    <a:pt x="901" y="1803"/>
                  </a:moveTo>
                  <a:lnTo>
                    <a:pt x="901" y="1803"/>
                  </a:lnTo>
                  <a:lnTo>
                    <a:pt x="731" y="1779"/>
                  </a:lnTo>
                  <a:lnTo>
                    <a:pt x="560" y="1730"/>
                  </a:lnTo>
                  <a:lnTo>
                    <a:pt x="390" y="1657"/>
                  </a:lnTo>
                  <a:lnTo>
                    <a:pt x="268" y="1535"/>
                  </a:lnTo>
                  <a:lnTo>
                    <a:pt x="146" y="1414"/>
                  </a:lnTo>
                  <a:lnTo>
                    <a:pt x="73" y="1243"/>
                  </a:lnTo>
                  <a:lnTo>
                    <a:pt x="25" y="1073"/>
                  </a:lnTo>
                  <a:lnTo>
                    <a:pt x="0" y="902"/>
                  </a:lnTo>
                  <a:lnTo>
                    <a:pt x="0" y="902"/>
                  </a:lnTo>
                  <a:lnTo>
                    <a:pt x="25" y="732"/>
                  </a:lnTo>
                  <a:lnTo>
                    <a:pt x="73" y="561"/>
                  </a:lnTo>
                  <a:lnTo>
                    <a:pt x="146" y="391"/>
                  </a:lnTo>
                  <a:lnTo>
                    <a:pt x="268" y="269"/>
                  </a:lnTo>
                  <a:lnTo>
                    <a:pt x="390" y="147"/>
                  </a:lnTo>
                  <a:lnTo>
                    <a:pt x="560" y="74"/>
                  </a:lnTo>
                  <a:lnTo>
                    <a:pt x="731" y="25"/>
                  </a:lnTo>
                  <a:lnTo>
                    <a:pt x="901" y="1"/>
                  </a:lnTo>
                  <a:lnTo>
                    <a:pt x="901" y="1"/>
                  </a:lnTo>
                  <a:lnTo>
                    <a:pt x="1072" y="25"/>
                  </a:lnTo>
                  <a:lnTo>
                    <a:pt x="1242" y="74"/>
                  </a:lnTo>
                  <a:lnTo>
                    <a:pt x="1413" y="147"/>
                  </a:lnTo>
                  <a:lnTo>
                    <a:pt x="1535" y="269"/>
                  </a:lnTo>
                  <a:lnTo>
                    <a:pt x="1656" y="391"/>
                  </a:lnTo>
                  <a:lnTo>
                    <a:pt x="1729" y="561"/>
                  </a:lnTo>
                  <a:lnTo>
                    <a:pt x="1778" y="732"/>
                  </a:lnTo>
                  <a:lnTo>
                    <a:pt x="1802" y="902"/>
                  </a:lnTo>
                  <a:lnTo>
                    <a:pt x="1802" y="902"/>
                  </a:lnTo>
                  <a:lnTo>
                    <a:pt x="1778" y="1073"/>
                  </a:lnTo>
                  <a:lnTo>
                    <a:pt x="1729" y="1243"/>
                  </a:lnTo>
                  <a:lnTo>
                    <a:pt x="1656" y="1414"/>
                  </a:lnTo>
                  <a:lnTo>
                    <a:pt x="1535" y="1535"/>
                  </a:lnTo>
                  <a:lnTo>
                    <a:pt x="1413" y="1657"/>
                  </a:lnTo>
                  <a:lnTo>
                    <a:pt x="1242" y="1730"/>
                  </a:lnTo>
                  <a:lnTo>
                    <a:pt x="1072" y="1779"/>
                  </a:lnTo>
                  <a:lnTo>
                    <a:pt x="901" y="1803"/>
                  </a:lnTo>
                  <a:lnTo>
                    <a:pt x="901" y="1803"/>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205;p12">
              <a:extLst>
                <a:ext uri="{FF2B5EF4-FFF2-40B4-BE49-F238E27FC236}">
                  <a16:creationId xmlns:a16="http://schemas.microsoft.com/office/drawing/2014/main" id="{E9761C05-8D1C-4B99-9CB8-EC4000375724}"/>
                </a:ext>
              </a:extLst>
            </p:cNvPr>
            <p:cNvSpPr/>
            <p:nvPr/>
          </p:nvSpPr>
          <p:spPr>
            <a:xfrm>
              <a:off x="654800" y="244200"/>
              <a:ext cx="25" cy="51175"/>
            </a:xfrm>
            <a:custGeom>
              <a:avLst/>
              <a:gdLst/>
              <a:ahLst/>
              <a:cxnLst/>
              <a:rect l="l" t="t" r="r" b="b"/>
              <a:pathLst>
                <a:path w="1" h="2047" fill="none" extrusionOk="0">
                  <a:moveTo>
                    <a:pt x="0" y="1"/>
                  </a:moveTo>
                  <a:lnTo>
                    <a:pt x="0" y="2046"/>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206;p12">
              <a:extLst>
                <a:ext uri="{FF2B5EF4-FFF2-40B4-BE49-F238E27FC236}">
                  <a16:creationId xmlns:a16="http://schemas.microsoft.com/office/drawing/2014/main" id="{34CCAFAC-617F-3998-F839-99409887DF58}"/>
                </a:ext>
              </a:extLst>
            </p:cNvPr>
            <p:cNvSpPr/>
            <p:nvPr/>
          </p:nvSpPr>
          <p:spPr>
            <a:xfrm>
              <a:off x="737600" y="244200"/>
              <a:ext cx="25" cy="51175"/>
            </a:xfrm>
            <a:custGeom>
              <a:avLst/>
              <a:gdLst/>
              <a:ahLst/>
              <a:cxnLst/>
              <a:rect l="l" t="t" r="r" b="b"/>
              <a:pathLst>
                <a:path w="1" h="2047" fill="none" extrusionOk="0">
                  <a:moveTo>
                    <a:pt x="1" y="1"/>
                  </a:moveTo>
                  <a:lnTo>
                    <a:pt x="1" y="2046"/>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207;p12">
              <a:extLst>
                <a:ext uri="{FF2B5EF4-FFF2-40B4-BE49-F238E27FC236}">
                  <a16:creationId xmlns:a16="http://schemas.microsoft.com/office/drawing/2014/main" id="{7CADCF8D-FB95-DE3B-4DFE-3ED6EB529C54}"/>
                </a:ext>
              </a:extLst>
            </p:cNvPr>
            <p:cNvSpPr/>
            <p:nvPr/>
          </p:nvSpPr>
          <p:spPr>
            <a:xfrm>
              <a:off x="820400" y="244200"/>
              <a:ext cx="25" cy="51175"/>
            </a:xfrm>
            <a:custGeom>
              <a:avLst/>
              <a:gdLst/>
              <a:ahLst/>
              <a:cxnLst/>
              <a:rect l="l" t="t" r="r" b="b"/>
              <a:pathLst>
                <a:path w="1" h="2047" fill="none" extrusionOk="0">
                  <a:moveTo>
                    <a:pt x="1" y="1"/>
                  </a:moveTo>
                  <a:lnTo>
                    <a:pt x="1" y="2046"/>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8;p12">
              <a:extLst>
                <a:ext uri="{FF2B5EF4-FFF2-40B4-BE49-F238E27FC236}">
                  <a16:creationId xmlns:a16="http://schemas.microsoft.com/office/drawing/2014/main" id="{88FF1853-BAE4-B895-EDB2-DA31DD8E7CEE}"/>
                </a:ext>
              </a:extLst>
            </p:cNvPr>
            <p:cNvSpPr/>
            <p:nvPr/>
          </p:nvSpPr>
          <p:spPr>
            <a:xfrm>
              <a:off x="903225" y="244200"/>
              <a:ext cx="25" cy="51175"/>
            </a:xfrm>
            <a:custGeom>
              <a:avLst/>
              <a:gdLst/>
              <a:ahLst/>
              <a:cxnLst/>
              <a:rect l="l" t="t" r="r" b="b"/>
              <a:pathLst>
                <a:path w="1" h="2047" fill="none" extrusionOk="0">
                  <a:moveTo>
                    <a:pt x="0" y="1"/>
                  </a:moveTo>
                  <a:lnTo>
                    <a:pt x="0" y="2046"/>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21" name="Picture 20">
            <a:extLst>
              <a:ext uri="{FF2B5EF4-FFF2-40B4-BE49-F238E27FC236}">
                <a16:creationId xmlns:a16="http://schemas.microsoft.com/office/drawing/2014/main" id="{F9BEF5C8-DBED-DEAD-5EE9-21394D30BBEB}"/>
              </a:ext>
            </a:extLst>
          </p:cNvPr>
          <p:cNvPicPr>
            <a:picLocks noChangeAspect="1"/>
          </p:cNvPicPr>
          <p:nvPr/>
        </p:nvPicPr>
        <p:blipFill>
          <a:blip r:embed="rId2"/>
          <a:stretch>
            <a:fillRect/>
          </a:stretch>
        </p:blipFill>
        <p:spPr>
          <a:xfrm>
            <a:off x="-499" y="1334326"/>
            <a:ext cx="6887948" cy="3809174"/>
          </a:xfrm>
          <a:prstGeom prst="rect">
            <a:avLst/>
          </a:prstGeom>
        </p:spPr>
      </p:pic>
    </p:spTree>
    <p:extLst>
      <p:ext uri="{BB962C8B-B14F-4D97-AF65-F5344CB8AC3E}">
        <p14:creationId xmlns:p14="http://schemas.microsoft.com/office/powerpoint/2010/main" val="3144519765"/>
      </p:ext>
    </p:extLst>
  </p:cSld>
  <p:clrMapOvr>
    <a:masterClrMapping/>
  </p:clrMapOvr>
  <p:transition>
    <p:fade thruBlk="1"/>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EA85ED-604E-FEDA-658A-3B7ED488697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3284C00-F38F-119E-4CEC-BC75B55C1506}"/>
              </a:ext>
            </a:extLst>
          </p:cNvPr>
          <p:cNvSpPr>
            <a:spLocks noGrp="1"/>
          </p:cNvSpPr>
          <p:nvPr>
            <p:ph type="title"/>
          </p:nvPr>
        </p:nvSpPr>
        <p:spPr/>
        <p:txBody>
          <a:bodyPr/>
          <a:lstStyle/>
          <a:p>
            <a:r>
              <a:rPr lang="en-PH" dirty="0"/>
              <a:t>The Anatomy of Code</a:t>
            </a:r>
            <a:endParaRPr lang="en-PH" dirty="0">
              <a:latin typeface="Roboto Condensed" panose="02000000000000000000" pitchFamily="2" charset="0"/>
              <a:ea typeface="Roboto Condensed" panose="02000000000000000000" pitchFamily="2" charset="0"/>
              <a:cs typeface="Roboto Condensed" panose="02000000000000000000" pitchFamily="2" charset="0"/>
            </a:endParaRPr>
          </a:p>
        </p:txBody>
      </p:sp>
      <p:sp>
        <p:nvSpPr>
          <p:cNvPr id="3" name="Text Placeholder 2">
            <a:extLst>
              <a:ext uri="{FF2B5EF4-FFF2-40B4-BE49-F238E27FC236}">
                <a16:creationId xmlns:a16="http://schemas.microsoft.com/office/drawing/2014/main" id="{E6BDCC93-1C30-40C2-C34F-5AD0839379A9}"/>
              </a:ext>
            </a:extLst>
          </p:cNvPr>
          <p:cNvSpPr>
            <a:spLocks noGrp="1"/>
          </p:cNvSpPr>
          <p:nvPr>
            <p:ph type="body" idx="1"/>
          </p:nvPr>
        </p:nvSpPr>
        <p:spPr>
          <a:xfrm>
            <a:off x="140124" y="1308259"/>
            <a:ext cx="8563151" cy="2724300"/>
          </a:xfrm>
        </p:spPr>
        <p:txBody>
          <a:bodyPr/>
          <a:lstStyle/>
          <a:p>
            <a:r>
              <a:rPr lang="en-PH" b="1" dirty="0">
                <a:latin typeface="Roboto Condensed" panose="02000000000000000000" pitchFamily="2" charset="0"/>
                <a:ea typeface="Roboto Condensed" panose="02000000000000000000" pitchFamily="2" charset="0"/>
                <a:cs typeface="Roboto Condensed" panose="02000000000000000000" pitchFamily="2" charset="0"/>
              </a:rPr>
              <a:t>Source Code vs. Machine Code</a:t>
            </a:r>
          </a:p>
          <a:p>
            <a:pPr lvl="0"/>
            <a:r>
              <a:rPr lang="en-PH" b="1" dirty="0">
                <a:latin typeface="Roboto Condensed" panose="02000000000000000000" pitchFamily="2" charset="0"/>
                <a:ea typeface="Roboto Condensed" panose="02000000000000000000" pitchFamily="2" charset="0"/>
                <a:cs typeface="Roboto Condensed" panose="02000000000000000000" pitchFamily="2" charset="0"/>
              </a:rPr>
              <a:t>Source Code:</a:t>
            </a:r>
            <a:r>
              <a:rPr lang="en-PH" dirty="0">
                <a:latin typeface="Roboto Condensed" panose="02000000000000000000" pitchFamily="2" charset="0"/>
                <a:ea typeface="Roboto Condensed" panose="02000000000000000000" pitchFamily="2" charset="0"/>
                <a:cs typeface="Roboto Condensed" panose="02000000000000000000" pitchFamily="2" charset="0"/>
              </a:rPr>
              <a:t> The human-readable instructions you type into your editor (using languages like Java, JavaScript, Python, or C++).</a:t>
            </a:r>
          </a:p>
          <a:p>
            <a:pPr lvl="0"/>
            <a:r>
              <a:rPr lang="en-PH" b="1" dirty="0">
                <a:latin typeface="Roboto Condensed" panose="02000000000000000000" pitchFamily="2" charset="0"/>
                <a:ea typeface="Roboto Condensed" panose="02000000000000000000" pitchFamily="2" charset="0"/>
                <a:cs typeface="Roboto Condensed" panose="02000000000000000000" pitchFamily="2" charset="0"/>
              </a:rPr>
              <a:t>Machine Code:</a:t>
            </a:r>
            <a:r>
              <a:rPr lang="en-PH" dirty="0">
                <a:latin typeface="Roboto Condensed" panose="02000000000000000000" pitchFamily="2" charset="0"/>
                <a:ea typeface="Roboto Condensed" panose="02000000000000000000" pitchFamily="2" charset="0"/>
                <a:cs typeface="Roboto Condensed" panose="02000000000000000000" pitchFamily="2" charset="0"/>
              </a:rPr>
              <a:t> The binary (1s and 0s) that the computer's CPU actually understands.</a:t>
            </a:r>
            <a:r>
              <a:rPr lang="en-PH" b="1" dirty="0">
                <a:latin typeface="Roboto Condensed" panose="02000000000000000000" pitchFamily="2" charset="0"/>
                <a:ea typeface="Roboto Condensed" panose="02000000000000000000" pitchFamily="2" charset="0"/>
                <a:cs typeface="Roboto Condensed" panose="02000000000000000000" pitchFamily="2" charset="0"/>
              </a:rPr>
              <a:t> Bytecode (.class file):</a:t>
            </a:r>
            <a:r>
              <a:rPr lang="en-PH" dirty="0">
                <a:latin typeface="Roboto Condensed" panose="02000000000000000000" pitchFamily="2" charset="0"/>
                <a:ea typeface="Roboto Condensed" panose="02000000000000000000" pitchFamily="2" charset="0"/>
                <a:cs typeface="Roboto Condensed" panose="02000000000000000000" pitchFamily="2" charset="0"/>
              </a:rPr>
              <a:t> The Java Compiler (</a:t>
            </a:r>
            <a:r>
              <a:rPr lang="en-PH" dirty="0" err="1">
                <a:latin typeface="Roboto Condensed" panose="02000000000000000000" pitchFamily="2" charset="0"/>
                <a:ea typeface="Roboto Condensed" panose="02000000000000000000" pitchFamily="2" charset="0"/>
                <a:cs typeface="Roboto Condensed" panose="02000000000000000000" pitchFamily="2" charset="0"/>
              </a:rPr>
              <a:t>javac</a:t>
            </a:r>
            <a:r>
              <a:rPr lang="en-PH" dirty="0">
                <a:latin typeface="Roboto Condensed" panose="02000000000000000000" pitchFamily="2" charset="0"/>
                <a:ea typeface="Roboto Condensed" panose="02000000000000000000" pitchFamily="2" charset="0"/>
                <a:cs typeface="Roboto Condensed" panose="02000000000000000000" pitchFamily="2" charset="0"/>
              </a:rPr>
              <a:t>) translates your code into an intermediate format called Bytecode.</a:t>
            </a:r>
          </a:p>
          <a:p>
            <a:pPr lvl="0"/>
            <a:r>
              <a:rPr lang="en-PH" b="1" dirty="0">
                <a:latin typeface="Roboto Condensed" panose="02000000000000000000" pitchFamily="2" charset="0"/>
                <a:ea typeface="Roboto Condensed" panose="02000000000000000000" pitchFamily="2" charset="0"/>
                <a:cs typeface="Roboto Condensed" panose="02000000000000000000" pitchFamily="2" charset="0"/>
              </a:rPr>
              <a:t>The Translator:</a:t>
            </a:r>
            <a:r>
              <a:rPr lang="en-PH" dirty="0">
                <a:latin typeface="Roboto Condensed" panose="02000000000000000000" pitchFamily="2" charset="0"/>
                <a:ea typeface="Roboto Condensed" panose="02000000000000000000" pitchFamily="2" charset="0"/>
                <a:cs typeface="Roboto Condensed" panose="02000000000000000000" pitchFamily="2" charset="0"/>
              </a:rPr>
              <a:t> A compiler or interpreter acts as the middleman, translating your human-readable source code into machine code so the computer can execute it.</a:t>
            </a:r>
            <a:r>
              <a:rPr lang="en-PH" b="1" dirty="0">
                <a:latin typeface="Roboto Condensed" panose="02000000000000000000" pitchFamily="2" charset="0"/>
                <a:ea typeface="Roboto Condensed" panose="02000000000000000000" pitchFamily="2" charset="0"/>
                <a:cs typeface="Roboto Condensed" panose="02000000000000000000" pitchFamily="2" charset="0"/>
              </a:rPr>
              <a:t> The JVM (Java Virtual Machine):</a:t>
            </a:r>
            <a:r>
              <a:rPr lang="en-PH" dirty="0">
                <a:latin typeface="Roboto Condensed" panose="02000000000000000000" pitchFamily="2" charset="0"/>
                <a:ea typeface="Roboto Condensed" panose="02000000000000000000" pitchFamily="2" charset="0"/>
                <a:cs typeface="Roboto Condensed" panose="02000000000000000000" pitchFamily="2" charset="0"/>
              </a:rPr>
              <a:t> The JVM reads the bytecode and translates it into the specific machine code for whatever device you are using (Windows, Mac, Linux).</a:t>
            </a:r>
          </a:p>
        </p:txBody>
      </p:sp>
      <p:sp>
        <p:nvSpPr>
          <p:cNvPr id="5" name="Slide Number Placeholder 4">
            <a:extLst>
              <a:ext uri="{FF2B5EF4-FFF2-40B4-BE49-F238E27FC236}">
                <a16:creationId xmlns:a16="http://schemas.microsoft.com/office/drawing/2014/main" id="{60D82EE5-AC97-C0F0-2247-DCDF2CDF69A7}"/>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t>6</a:t>
            </a:fld>
            <a:endParaRPr lang="en-GB"/>
          </a:p>
        </p:txBody>
      </p:sp>
      <p:grpSp>
        <p:nvGrpSpPr>
          <p:cNvPr id="6" name="Google Shape;194;p12">
            <a:extLst>
              <a:ext uri="{FF2B5EF4-FFF2-40B4-BE49-F238E27FC236}">
                <a16:creationId xmlns:a16="http://schemas.microsoft.com/office/drawing/2014/main" id="{A71A3063-C30C-5662-CA03-450005294CC4}"/>
              </a:ext>
            </a:extLst>
          </p:cNvPr>
          <p:cNvGrpSpPr/>
          <p:nvPr/>
        </p:nvGrpSpPr>
        <p:grpSpPr>
          <a:xfrm>
            <a:off x="293683" y="574116"/>
            <a:ext cx="309041" cy="403123"/>
            <a:chOff x="590250" y="244200"/>
            <a:chExt cx="407975" cy="532175"/>
          </a:xfrm>
        </p:grpSpPr>
        <p:sp>
          <p:nvSpPr>
            <p:cNvPr id="7" name="Google Shape;195;p12">
              <a:extLst>
                <a:ext uri="{FF2B5EF4-FFF2-40B4-BE49-F238E27FC236}">
                  <a16:creationId xmlns:a16="http://schemas.microsoft.com/office/drawing/2014/main" id="{66A17FA8-A62A-D1F5-8EAA-B7D7C3E01062}"/>
                </a:ext>
              </a:extLst>
            </p:cNvPr>
            <p:cNvSpPr/>
            <p:nvPr/>
          </p:nvSpPr>
          <p:spPr>
            <a:xfrm>
              <a:off x="623125" y="313625"/>
              <a:ext cx="375100" cy="462750"/>
            </a:xfrm>
            <a:custGeom>
              <a:avLst/>
              <a:gdLst/>
              <a:ahLst/>
              <a:cxnLst/>
              <a:rect l="l" t="t" r="r" b="b"/>
              <a:pathLst>
                <a:path w="15004" h="18510" fill="none" extrusionOk="0">
                  <a:moveTo>
                    <a:pt x="1" y="17536"/>
                  </a:moveTo>
                  <a:lnTo>
                    <a:pt x="1" y="17536"/>
                  </a:lnTo>
                  <a:lnTo>
                    <a:pt x="1" y="17536"/>
                  </a:lnTo>
                  <a:lnTo>
                    <a:pt x="25" y="17682"/>
                  </a:lnTo>
                  <a:lnTo>
                    <a:pt x="49" y="17852"/>
                  </a:lnTo>
                  <a:lnTo>
                    <a:pt x="123" y="18023"/>
                  </a:lnTo>
                  <a:lnTo>
                    <a:pt x="220" y="18193"/>
                  </a:lnTo>
                  <a:lnTo>
                    <a:pt x="293" y="18291"/>
                  </a:lnTo>
                  <a:lnTo>
                    <a:pt x="390" y="18364"/>
                  </a:lnTo>
                  <a:lnTo>
                    <a:pt x="488" y="18412"/>
                  </a:lnTo>
                  <a:lnTo>
                    <a:pt x="610" y="18461"/>
                  </a:lnTo>
                  <a:lnTo>
                    <a:pt x="756" y="18510"/>
                  </a:lnTo>
                  <a:lnTo>
                    <a:pt x="926" y="18510"/>
                  </a:lnTo>
                  <a:lnTo>
                    <a:pt x="14468" y="18510"/>
                  </a:lnTo>
                  <a:lnTo>
                    <a:pt x="14468" y="18510"/>
                  </a:lnTo>
                  <a:lnTo>
                    <a:pt x="14541" y="18510"/>
                  </a:lnTo>
                  <a:lnTo>
                    <a:pt x="14614" y="18485"/>
                  </a:lnTo>
                  <a:lnTo>
                    <a:pt x="14736" y="18412"/>
                  </a:lnTo>
                  <a:lnTo>
                    <a:pt x="14833" y="18291"/>
                  </a:lnTo>
                  <a:lnTo>
                    <a:pt x="14906" y="18144"/>
                  </a:lnTo>
                  <a:lnTo>
                    <a:pt x="14955" y="17974"/>
                  </a:lnTo>
                  <a:lnTo>
                    <a:pt x="14979" y="17779"/>
                  </a:lnTo>
                  <a:lnTo>
                    <a:pt x="15003" y="17438"/>
                  </a:lnTo>
                  <a:lnTo>
                    <a:pt x="15003" y="487"/>
                  </a:lnTo>
                  <a:lnTo>
                    <a:pt x="15003" y="487"/>
                  </a:lnTo>
                  <a:lnTo>
                    <a:pt x="15003" y="341"/>
                  </a:lnTo>
                  <a:lnTo>
                    <a:pt x="14979" y="219"/>
                  </a:lnTo>
                  <a:lnTo>
                    <a:pt x="14955" y="146"/>
                  </a:lnTo>
                  <a:lnTo>
                    <a:pt x="14906" y="73"/>
                  </a:lnTo>
                  <a:lnTo>
                    <a:pt x="14833" y="49"/>
                  </a:lnTo>
                  <a:lnTo>
                    <a:pt x="14736" y="24"/>
                  </a:lnTo>
                  <a:lnTo>
                    <a:pt x="14468" y="0"/>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196;p12">
              <a:extLst>
                <a:ext uri="{FF2B5EF4-FFF2-40B4-BE49-F238E27FC236}">
                  <a16:creationId xmlns:a16="http://schemas.microsoft.com/office/drawing/2014/main" id="{5D11CAED-FA9B-562E-E54B-71DC43339758}"/>
                </a:ext>
              </a:extLst>
            </p:cNvPr>
            <p:cNvSpPr/>
            <p:nvPr/>
          </p:nvSpPr>
          <p:spPr>
            <a:xfrm>
              <a:off x="590250" y="269775"/>
              <a:ext cx="377525" cy="462775"/>
            </a:xfrm>
            <a:custGeom>
              <a:avLst/>
              <a:gdLst/>
              <a:ahLst/>
              <a:cxnLst/>
              <a:rect l="l" t="t" r="r" b="b"/>
              <a:pathLst>
                <a:path w="15101" h="18511" fill="none" extrusionOk="0">
                  <a:moveTo>
                    <a:pt x="14321" y="0"/>
                  </a:moveTo>
                  <a:lnTo>
                    <a:pt x="780" y="0"/>
                  </a:lnTo>
                  <a:lnTo>
                    <a:pt x="780" y="0"/>
                  </a:lnTo>
                  <a:lnTo>
                    <a:pt x="634" y="25"/>
                  </a:lnTo>
                  <a:lnTo>
                    <a:pt x="488" y="74"/>
                  </a:lnTo>
                  <a:lnTo>
                    <a:pt x="342" y="122"/>
                  </a:lnTo>
                  <a:lnTo>
                    <a:pt x="220" y="220"/>
                  </a:lnTo>
                  <a:lnTo>
                    <a:pt x="122" y="341"/>
                  </a:lnTo>
                  <a:lnTo>
                    <a:pt x="74" y="488"/>
                  </a:lnTo>
                  <a:lnTo>
                    <a:pt x="25" y="634"/>
                  </a:lnTo>
                  <a:lnTo>
                    <a:pt x="1" y="780"/>
                  </a:lnTo>
                  <a:lnTo>
                    <a:pt x="1" y="17731"/>
                  </a:lnTo>
                  <a:lnTo>
                    <a:pt x="1" y="17731"/>
                  </a:lnTo>
                  <a:lnTo>
                    <a:pt x="25" y="17877"/>
                  </a:lnTo>
                  <a:lnTo>
                    <a:pt x="74" y="18023"/>
                  </a:lnTo>
                  <a:lnTo>
                    <a:pt x="122" y="18169"/>
                  </a:lnTo>
                  <a:lnTo>
                    <a:pt x="220" y="18291"/>
                  </a:lnTo>
                  <a:lnTo>
                    <a:pt x="342" y="18388"/>
                  </a:lnTo>
                  <a:lnTo>
                    <a:pt x="488" y="18437"/>
                  </a:lnTo>
                  <a:lnTo>
                    <a:pt x="634" y="18486"/>
                  </a:lnTo>
                  <a:lnTo>
                    <a:pt x="780" y="18510"/>
                  </a:lnTo>
                  <a:lnTo>
                    <a:pt x="14321" y="18510"/>
                  </a:lnTo>
                  <a:lnTo>
                    <a:pt x="14321" y="18510"/>
                  </a:lnTo>
                  <a:lnTo>
                    <a:pt x="14467" y="18486"/>
                  </a:lnTo>
                  <a:lnTo>
                    <a:pt x="14614" y="18437"/>
                  </a:lnTo>
                  <a:lnTo>
                    <a:pt x="14760" y="18388"/>
                  </a:lnTo>
                  <a:lnTo>
                    <a:pt x="14881" y="18291"/>
                  </a:lnTo>
                  <a:lnTo>
                    <a:pt x="14979" y="18169"/>
                  </a:lnTo>
                  <a:lnTo>
                    <a:pt x="15028" y="18023"/>
                  </a:lnTo>
                  <a:lnTo>
                    <a:pt x="15076" y="17877"/>
                  </a:lnTo>
                  <a:lnTo>
                    <a:pt x="15101" y="17731"/>
                  </a:lnTo>
                  <a:lnTo>
                    <a:pt x="15101" y="780"/>
                  </a:lnTo>
                  <a:lnTo>
                    <a:pt x="15101" y="780"/>
                  </a:lnTo>
                  <a:lnTo>
                    <a:pt x="15076" y="634"/>
                  </a:lnTo>
                  <a:lnTo>
                    <a:pt x="15028" y="488"/>
                  </a:lnTo>
                  <a:lnTo>
                    <a:pt x="14979" y="341"/>
                  </a:lnTo>
                  <a:lnTo>
                    <a:pt x="14881" y="220"/>
                  </a:lnTo>
                  <a:lnTo>
                    <a:pt x="14760" y="122"/>
                  </a:lnTo>
                  <a:lnTo>
                    <a:pt x="14614" y="74"/>
                  </a:lnTo>
                  <a:lnTo>
                    <a:pt x="14467" y="25"/>
                  </a:lnTo>
                  <a:lnTo>
                    <a:pt x="14321" y="0"/>
                  </a:lnTo>
                  <a:lnTo>
                    <a:pt x="14321" y="0"/>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197;p12">
              <a:extLst>
                <a:ext uri="{FF2B5EF4-FFF2-40B4-BE49-F238E27FC236}">
                  <a16:creationId xmlns:a16="http://schemas.microsoft.com/office/drawing/2014/main" id="{0543892D-A9F3-6AA5-00F5-D49D260E114C}"/>
                </a:ext>
              </a:extLst>
            </p:cNvPr>
            <p:cNvSpPr/>
            <p:nvPr/>
          </p:nvSpPr>
          <p:spPr>
            <a:xfrm>
              <a:off x="796650" y="274025"/>
              <a:ext cx="45100" cy="45100"/>
            </a:xfrm>
            <a:custGeom>
              <a:avLst/>
              <a:gdLst/>
              <a:ahLst/>
              <a:cxnLst/>
              <a:rect l="l" t="t" r="r" b="b"/>
              <a:pathLst>
                <a:path w="1804" h="1804" fill="none" extrusionOk="0">
                  <a:moveTo>
                    <a:pt x="902" y="1"/>
                  </a:moveTo>
                  <a:lnTo>
                    <a:pt x="902" y="1"/>
                  </a:lnTo>
                  <a:lnTo>
                    <a:pt x="1073" y="25"/>
                  </a:lnTo>
                  <a:lnTo>
                    <a:pt x="1243" y="74"/>
                  </a:lnTo>
                  <a:lnTo>
                    <a:pt x="1414" y="147"/>
                  </a:lnTo>
                  <a:lnTo>
                    <a:pt x="1535" y="269"/>
                  </a:lnTo>
                  <a:lnTo>
                    <a:pt x="1657" y="391"/>
                  </a:lnTo>
                  <a:lnTo>
                    <a:pt x="1730" y="561"/>
                  </a:lnTo>
                  <a:lnTo>
                    <a:pt x="1779" y="732"/>
                  </a:lnTo>
                  <a:lnTo>
                    <a:pt x="1803" y="902"/>
                  </a:lnTo>
                  <a:lnTo>
                    <a:pt x="1803" y="902"/>
                  </a:lnTo>
                  <a:lnTo>
                    <a:pt x="1779" y="1073"/>
                  </a:lnTo>
                  <a:lnTo>
                    <a:pt x="1730" y="1243"/>
                  </a:lnTo>
                  <a:lnTo>
                    <a:pt x="1657" y="1414"/>
                  </a:lnTo>
                  <a:lnTo>
                    <a:pt x="1535" y="1535"/>
                  </a:lnTo>
                  <a:lnTo>
                    <a:pt x="1414" y="1657"/>
                  </a:lnTo>
                  <a:lnTo>
                    <a:pt x="1243" y="1730"/>
                  </a:lnTo>
                  <a:lnTo>
                    <a:pt x="1073" y="1779"/>
                  </a:lnTo>
                  <a:lnTo>
                    <a:pt x="902" y="1803"/>
                  </a:lnTo>
                  <a:lnTo>
                    <a:pt x="902" y="1803"/>
                  </a:lnTo>
                  <a:lnTo>
                    <a:pt x="732" y="1779"/>
                  </a:lnTo>
                  <a:lnTo>
                    <a:pt x="561" y="1730"/>
                  </a:lnTo>
                  <a:lnTo>
                    <a:pt x="391" y="1657"/>
                  </a:lnTo>
                  <a:lnTo>
                    <a:pt x="269" y="1535"/>
                  </a:lnTo>
                  <a:lnTo>
                    <a:pt x="147" y="1414"/>
                  </a:lnTo>
                  <a:lnTo>
                    <a:pt x="74" y="1243"/>
                  </a:lnTo>
                  <a:lnTo>
                    <a:pt x="25" y="1073"/>
                  </a:lnTo>
                  <a:lnTo>
                    <a:pt x="1" y="902"/>
                  </a:lnTo>
                  <a:lnTo>
                    <a:pt x="1" y="902"/>
                  </a:lnTo>
                  <a:lnTo>
                    <a:pt x="25" y="732"/>
                  </a:lnTo>
                  <a:lnTo>
                    <a:pt x="74" y="561"/>
                  </a:lnTo>
                  <a:lnTo>
                    <a:pt x="147" y="391"/>
                  </a:lnTo>
                  <a:lnTo>
                    <a:pt x="269" y="269"/>
                  </a:lnTo>
                  <a:lnTo>
                    <a:pt x="391" y="147"/>
                  </a:lnTo>
                  <a:lnTo>
                    <a:pt x="561" y="74"/>
                  </a:lnTo>
                  <a:lnTo>
                    <a:pt x="732" y="25"/>
                  </a:lnTo>
                  <a:lnTo>
                    <a:pt x="902" y="1"/>
                  </a:lnTo>
                  <a:lnTo>
                    <a:pt x="902"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198;p12">
              <a:extLst>
                <a:ext uri="{FF2B5EF4-FFF2-40B4-BE49-F238E27FC236}">
                  <a16:creationId xmlns:a16="http://schemas.microsoft.com/office/drawing/2014/main" id="{DBC66354-BDE5-E988-B133-DDB9CE4182AE}"/>
                </a:ext>
              </a:extLst>
            </p:cNvPr>
            <p:cNvSpPr/>
            <p:nvPr/>
          </p:nvSpPr>
          <p:spPr>
            <a:xfrm>
              <a:off x="713850" y="274025"/>
              <a:ext cx="45075" cy="45100"/>
            </a:xfrm>
            <a:custGeom>
              <a:avLst/>
              <a:gdLst/>
              <a:ahLst/>
              <a:cxnLst/>
              <a:rect l="l" t="t" r="r" b="b"/>
              <a:pathLst>
                <a:path w="1803" h="1804" fill="none" extrusionOk="0">
                  <a:moveTo>
                    <a:pt x="902" y="1"/>
                  </a:moveTo>
                  <a:lnTo>
                    <a:pt x="902" y="1"/>
                  </a:lnTo>
                  <a:lnTo>
                    <a:pt x="1072" y="25"/>
                  </a:lnTo>
                  <a:lnTo>
                    <a:pt x="1243" y="74"/>
                  </a:lnTo>
                  <a:lnTo>
                    <a:pt x="1413" y="147"/>
                  </a:lnTo>
                  <a:lnTo>
                    <a:pt x="1535" y="269"/>
                  </a:lnTo>
                  <a:lnTo>
                    <a:pt x="1657" y="391"/>
                  </a:lnTo>
                  <a:lnTo>
                    <a:pt x="1730" y="561"/>
                  </a:lnTo>
                  <a:lnTo>
                    <a:pt x="1779" y="732"/>
                  </a:lnTo>
                  <a:lnTo>
                    <a:pt x="1803" y="902"/>
                  </a:lnTo>
                  <a:lnTo>
                    <a:pt x="1803" y="902"/>
                  </a:lnTo>
                  <a:lnTo>
                    <a:pt x="1779" y="1073"/>
                  </a:lnTo>
                  <a:lnTo>
                    <a:pt x="1730" y="1243"/>
                  </a:lnTo>
                  <a:lnTo>
                    <a:pt x="1657" y="1414"/>
                  </a:lnTo>
                  <a:lnTo>
                    <a:pt x="1535" y="1535"/>
                  </a:lnTo>
                  <a:lnTo>
                    <a:pt x="1413" y="1657"/>
                  </a:lnTo>
                  <a:lnTo>
                    <a:pt x="1243" y="1730"/>
                  </a:lnTo>
                  <a:lnTo>
                    <a:pt x="1072" y="1779"/>
                  </a:lnTo>
                  <a:lnTo>
                    <a:pt x="902" y="1803"/>
                  </a:lnTo>
                  <a:lnTo>
                    <a:pt x="902" y="1803"/>
                  </a:lnTo>
                  <a:lnTo>
                    <a:pt x="731" y="1779"/>
                  </a:lnTo>
                  <a:lnTo>
                    <a:pt x="561" y="1730"/>
                  </a:lnTo>
                  <a:lnTo>
                    <a:pt x="390" y="1657"/>
                  </a:lnTo>
                  <a:lnTo>
                    <a:pt x="269" y="1535"/>
                  </a:lnTo>
                  <a:lnTo>
                    <a:pt x="147" y="1414"/>
                  </a:lnTo>
                  <a:lnTo>
                    <a:pt x="74" y="1243"/>
                  </a:lnTo>
                  <a:lnTo>
                    <a:pt x="25" y="1073"/>
                  </a:lnTo>
                  <a:lnTo>
                    <a:pt x="1" y="902"/>
                  </a:lnTo>
                  <a:lnTo>
                    <a:pt x="1" y="902"/>
                  </a:lnTo>
                  <a:lnTo>
                    <a:pt x="25" y="732"/>
                  </a:lnTo>
                  <a:lnTo>
                    <a:pt x="74" y="561"/>
                  </a:lnTo>
                  <a:lnTo>
                    <a:pt x="147" y="391"/>
                  </a:lnTo>
                  <a:lnTo>
                    <a:pt x="269" y="269"/>
                  </a:lnTo>
                  <a:lnTo>
                    <a:pt x="390" y="147"/>
                  </a:lnTo>
                  <a:lnTo>
                    <a:pt x="561" y="74"/>
                  </a:lnTo>
                  <a:lnTo>
                    <a:pt x="731" y="25"/>
                  </a:lnTo>
                  <a:lnTo>
                    <a:pt x="902" y="1"/>
                  </a:lnTo>
                  <a:lnTo>
                    <a:pt x="902"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99;p12">
              <a:extLst>
                <a:ext uri="{FF2B5EF4-FFF2-40B4-BE49-F238E27FC236}">
                  <a16:creationId xmlns:a16="http://schemas.microsoft.com/office/drawing/2014/main" id="{8DC318A1-2DE3-3D50-684A-5C6A1C894401}"/>
                </a:ext>
              </a:extLst>
            </p:cNvPr>
            <p:cNvSpPr/>
            <p:nvPr/>
          </p:nvSpPr>
          <p:spPr>
            <a:xfrm>
              <a:off x="631050" y="274025"/>
              <a:ext cx="45075" cy="45100"/>
            </a:xfrm>
            <a:custGeom>
              <a:avLst/>
              <a:gdLst/>
              <a:ahLst/>
              <a:cxnLst/>
              <a:rect l="l" t="t" r="r" b="b"/>
              <a:pathLst>
                <a:path w="1803" h="1804" fill="none" extrusionOk="0">
                  <a:moveTo>
                    <a:pt x="0" y="902"/>
                  </a:moveTo>
                  <a:lnTo>
                    <a:pt x="0" y="902"/>
                  </a:lnTo>
                  <a:lnTo>
                    <a:pt x="25" y="732"/>
                  </a:lnTo>
                  <a:lnTo>
                    <a:pt x="73" y="561"/>
                  </a:lnTo>
                  <a:lnTo>
                    <a:pt x="147" y="391"/>
                  </a:lnTo>
                  <a:lnTo>
                    <a:pt x="268" y="269"/>
                  </a:lnTo>
                  <a:lnTo>
                    <a:pt x="390" y="147"/>
                  </a:lnTo>
                  <a:lnTo>
                    <a:pt x="561" y="74"/>
                  </a:lnTo>
                  <a:lnTo>
                    <a:pt x="731" y="25"/>
                  </a:lnTo>
                  <a:lnTo>
                    <a:pt x="902" y="1"/>
                  </a:lnTo>
                  <a:lnTo>
                    <a:pt x="902" y="1"/>
                  </a:lnTo>
                  <a:lnTo>
                    <a:pt x="1072" y="25"/>
                  </a:lnTo>
                  <a:lnTo>
                    <a:pt x="1243" y="74"/>
                  </a:lnTo>
                  <a:lnTo>
                    <a:pt x="1413" y="147"/>
                  </a:lnTo>
                  <a:lnTo>
                    <a:pt x="1535" y="269"/>
                  </a:lnTo>
                  <a:lnTo>
                    <a:pt x="1657" y="391"/>
                  </a:lnTo>
                  <a:lnTo>
                    <a:pt x="1730" y="561"/>
                  </a:lnTo>
                  <a:lnTo>
                    <a:pt x="1778" y="732"/>
                  </a:lnTo>
                  <a:lnTo>
                    <a:pt x="1803" y="902"/>
                  </a:lnTo>
                  <a:lnTo>
                    <a:pt x="1803" y="902"/>
                  </a:lnTo>
                  <a:lnTo>
                    <a:pt x="1778" y="1073"/>
                  </a:lnTo>
                  <a:lnTo>
                    <a:pt x="1730" y="1243"/>
                  </a:lnTo>
                  <a:lnTo>
                    <a:pt x="1657" y="1414"/>
                  </a:lnTo>
                  <a:lnTo>
                    <a:pt x="1535" y="1535"/>
                  </a:lnTo>
                  <a:lnTo>
                    <a:pt x="1413" y="1657"/>
                  </a:lnTo>
                  <a:lnTo>
                    <a:pt x="1243" y="1730"/>
                  </a:lnTo>
                  <a:lnTo>
                    <a:pt x="1072" y="1779"/>
                  </a:lnTo>
                  <a:lnTo>
                    <a:pt x="902" y="1803"/>
                  </a:lnTo>
                  <a:lnTo>
                    <a:pt x="902" y="1803"/>
                  </a:lnTo>
                  <a:lnTo>
                    <a:pt x="731" y="1779"/>
                  </a:lnTo>
                  <a:lnTo>
                    <a:pt x="561" y="1730"/>
                  </a:lnTo>
                  <a:lnTo>
                    <a:pt x="390" y="1657"/>
                  </a:lnTo>
                  <a:lnTo>
                    <a:pt x="268" y="1535"/>
                  </a:lnTo>
                  <a:lnTo>
                    <a:pt x="147" y="1414"/>
                  </a:lnTo>
                  <a:lnTo>
                    <a:pt x="73" y="1243"/>
                  </a:lnTo>
                  <a:lnTo>
                    <a:pt x="25" y="1073"/>
                  </a:lnTo>
                  <a:lnTo>
                    <a:pt x="0" y="902"/>
                  </a:lnTo>
                  <a:lnTo>
                    <a:pt x="0" y="902"/>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200;p12">
              <a:extLst>
                <a:ext uri="{FF2B5EF4-FFF2-40B4-BE49-F238E27FC236}">
                  <a16:creationId xmlns:a16="http://schemas.microsoft.com/office/drawing/2014/main" id="{C08CFD4E-337A-500F-1F2C-DA4B146B9F04}"/>
                </a:ext>
              </a:extLst>
            </p:cNvPr>
            <p:cNvSpPr/>
            <p:nvPr/>
          </p:nvSpPr>
          <p:spPr>
            <a:xfrm>
              <a:off x="649925" y="590050"/>
              <a:ext cx="133975" cy="25"/>
            </a:xfrm>
            <a:custGeom>
              <a:avLst/>
              <a:gdLst/>
              <a:ahLst/>
              <a:cxnLst/>
              <a:rect l="l" t="t" r="r" b="b"/>
              <a:pathLst>
                <a:path w="5359" h="1" fill="none" extrusionOk="0">
                  <a:moveTo>
                    <a:pt x="5358" y="0"/>
                  </a:moveTo>
                  <a:lnTo>
                    <a:pt x="0" y="0"/>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201;p12">
              <a:extLst>
                <a:ext uri="{FF2B5EF4-FFF2-40B4-BE49-F238E27FC236}">
                  <a16:creationId xmlns:a16="http://schemas.microsoft.com/office/drawing/2014/main" id="{A9438B80-2B45-EAFB-40E1-9AE1F787E2A9}"/>
                </a:ext>
              </a:extLst>
            </p:cNvPr>
            <p:cNvSpPr/>
            <p:nvPr/>
          </p:nvSpPr>
          <p:spPr>
            <a:xfrm>
              <a:off x="649925" y="534625"/>
              <a:ext cx="255750" cy="25"/>
            </a:xfrm>
            <a:custGeom>
              <a:avLst/>
              <a:gdLst/>
              <a:ahLst/>
              <a:cxnLst/>
              <a:rect l="l" t="t" r="r" b="b"/>
              <a:pathLst>
                <a:path w="10230" h="1" fill="none" extrusionOk="0">
                  <a:moveTo>
                    <a:pt x="10229" y="1"/>
                  </a:moveTo>
                  <a:lnTo>
                    <a:pt x="0"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202;p12">
              <a:extLst>
                <a:ext uri="{FF2B5EF4-FFF2-40B4-BE49-F238E27FC236}">
                  <a16:creationId xmlns:a16="http://schemas.microsoft.com/office/drawing/2014/main" id="{B9C34D32-8746-02E0-1724-FBC3269BC795}"/>
                </a:ext>
              </a:extLst>
            </p:cNvPr>
            <p:cNvSpPr/>
            <p:nvPr/>
          </p:nvSpPr>
          <p:spPr>
            <a:xfrm>
              <a:off x="649925" y="479825"/>
              <a:ext cx="255750" cy="25"/>
            </a:xfrm>
            <a:custGeom>
              <a:avLst/>
              <a:gdLst/>
              <a:ahLst/>
              <a:cxnLst/>
              <a:rect l="l" t="t" r="r" b="b"/>
              <a:pathLst>
                <a:path w="10230" h="1" fill="none" extrusionOk="0">
                  <a:moveTo>
                    <a:pt x="10229" y="1"/>
                  </a:moveTo>
                  <a:lnTo>
                    <a:pt x="0"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203;p12">
              <a:extLst>
                <a:ext uri="{FF2B5EF4-FFF2-40B4-BE49-F238E27FC236}">
                  <a16:creationId xmlns:a16="http://schemas.microsoft.com/office/drawing/2014/main" id="{0807BFBD-1B22-C696-0632-5B6141C78560}"/>
                </a:ext>
              </a:extLst>
            </p:cNvPr>
            <p:cNvSpPr/>
            <p:nvPr/>
          </p:nvSpPr>
          <p:spPr>
            <a:xfrm>
              <a:off x="649925" y="424425"/>
              <a:ext cx="255750" cy="25"/>
            </a:xfrm>
            <a:custGeom>
              <a:avLst/>
              <a:gdLst/>
              <a:ahLst/>
              <a:cxnLst/>
              <a:rect l="l" t="t" r="r" b="b"/>
              <a:pathLst>
                <a:path w="10230" h="1" fill="none" extrusionOk="0">
                  <a:moveTo>
                    <a:pt x="10229" y="1"/>
                  </a:moveTo>
                  <a:lnTo>
                    <a:pt x="0"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204;p12">
              <a:extLst>
                <a:ext uri="{FF2B5EF4-FFF2-40B4-BE49-F238E27FC236}">
                  <a16:creationId xmlns:a16="http://schemas.microsoft.com/office/drawing/2014/main" id="{1025A3B7-A7AE-A811-D506-7A589B7427F4}"/>
                </a:ext>
              </a:extLst>
            </p:cNvPr>
            <p:cNvSpPr/>
            <p:nvPr/>
          </p:nvSpPr>
          <p:spPr>
            <a:xfrm>
              <a:off x="879475" y="274025"/>
              <a:ext cx="45075" cy="45100"/>
            </a:xfrm>
            <a:custGeom>
              <a:avLst/>
              <a:gdLst/>
              <a:ahLst/>
              <a:cxnLst/>
              <a:rect l="l" t="t" r="r" b="b"/>
              <a:pathLst>
                <a:path w="1803" h="1804" fill="none" extrusionOk="0">
                  <a:moveTo>
                    <a:pt x="901" y="1803"/>
                  </a:moveTo>
                  <a:lnTo>
                    <a:pt x="901" y="1803"/>
                  </a:lnTo>
                  <a:lnTo>
                    <a:pt x="731" y="1779"/>
                  </a:lnTo>
                  <a:lnTo>
                    <a:pt x="560" y="1730"/>
                  </a:lnTo>
                  <a:lnTo>
                    <a:pt x="390" y="1657"/>
                  </a:lnTo>
                  <a:lnTo>
                    <a:pt x="268" y="1535"/>
                  </a:lnTo>
                  <a:lnTo>
                    <a:pt x="146" y="1414"/>
                  </a:lnTo>
                  <a:lnTo>
                    <a:pt x="73" y="1243"/>
                  </a:lnTo>
                  <a:lnTo>
                    <a:pt x="25" y="1073"/>
                  </a:lnTo>
                  <a:lnTo>
                    <a:pt x="0" y="902"/>
                  </a:lnTo>
                  <a:lnTo>
                    <a:pt x="0" y="902"/>
                  </a:lnTo>
                  <a:lnTo>
                    <a:pt x="25" y="732"/>
                  </a:lnTo>
                  <a:lnTo>
                    <a:pt x="73" y="561"/>
                  </a:lnTo>
                  <a:lnTo>
                    <a:pt x="146" y="391"/>
                  </a:lnTo>
                  <a:lnTo>
                    <a:pt x="268" y="269"/>
                  </a:lnTo>
                  <a:lnTo>
                    <a:pt x="390" y="147"/>
                  </a:lnTo>
                  <a:lnTo>
                    <a:pt x="560" y="74"/>
                  </a:lnTo>
                  <a:lnTo>
                    <a:pt x="731" y="25"/>
                  </a:lnTo>
                  <a:lnTo>
                    <a:pt x="901" y="1"/>
                  </a:lnTo>
                  <a:lnTo>
                    <a:pt x="901" y="1"/>
                  </a:lnTo>
                  <a:lnTo>
                    <a:pt x="1072" y="25"/>
                  </a:lnTo>
                  <a:lnTo>
                    <a:pt x="1242" y="74"/>
                  </a:lnTo>
                  <a:lnTo>
                    <a:pt x="1413" y="147"/>
                  </a:lnTo>
                  <a:lnTo>
                    <a:pt x="1535" y="269"/>
                  </a:lnTo>
                  <a:lnTo>
                    <a:pt x="1656" y="391"/>
                  </a:lnTo>
                  <a:lnTo>
                    <a:pt x="1729" y="561"/>
                  </a:lnTo>
                  <a:lnTo>
                    <a:pt x="1778" y="732"/>
                  </a:lnTo>
                  <a:lnTo>
                    <a:pt x="1802" y="902"/>
                  </a:lnTo>
                  <a:lnTo>
                    <a:pt x="1802" y="902"/>
                  </a:lnTo>
                  <a:lnTo>
                    <a:pt x="1778" y="1073"/>
                  </a:lnTo>
                  <a:lnTo>
                    <a:pt x="1729" y="1243"/>
                  </a:lnTo>
                  <a:lnTo>
                    <a:pt x="1656" y="1414"/>
                  </a:lnTo>
                  <a:lnTo>
                    <a:pt x="1535" y="1535"/>
                  </a:lnTo>
                  <a:lnTo>
                    <a:pt x="1413" y="1657"/>
                  </a:lnTo>
                  <a:lnTo>
                    <a:pt x="1242" y="1730"/>
                  </a:lnTo>
                  <a:lnTo>
                    <a:pt x="1072" y="1779"/>
                  </a:lnTo>
                  <a:lnTo>
                    <a:pt x="901" y="1803"/>
                  </a:lnTo>
                  <a:lnTo>
                    <a:pt x="901" y="1803"/>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205;p12">
              <a:extLst>
                <a:ext uri="{FF2B5EF4-FFF2-40B4-BE49-F238E27FC236}">
                  <a16:creationId xmlns:a16="http://schemas.microsoft.com/office/drawing/2014/main" id="{6EF05DF0-3FF0-4B33-9D1F-C9B413397A0A}"/>
                </a:ext>
              </a:extLst>
            </p:cNvPr>
            <p:cNvSpPr/>
            <p:nvPr/>
          </p:nvSpPr>
          <p:spPr>
            <a:xfrm>
              <a:off x="654800" y="244200"/>
              <a:ext cx="25" cy="51175"/>
            </a:xfrm>
            <a:custGeom>
              <a:avLst/>
              <a:gdLst/>
              <a:ahLst/>
              <a:cxnLst/>
              <a:rect l="l" t="t" r="r" b="b"/>
              <a:pathLst>
                <a:path w="1" h="2047" fill="none" extrusionOk="0">
                  <a:moveTo>
                    <a:pt x="0" y="1"/>
                  </a:moveTo>
                  <a:lnTo>
                    <a:pt x="0" y="2046"/>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206;p12">
              <a:extLst>
                <a:ext uri="{FF2B5EF4-FFF2-40B4-BE49-F238E27FC236}">
                  <a16:creationId xmlns:a16="http://schemas.microsoft.com/office/drawing/2014/main" id="{5FD41312-0A7A-C7A9-4F28-E55634C11E6F}"/>
                </a:ext>
              </a:extLst>
            </p:cNvPr>
            <p:cNvSpPr/>
            <p:nvPr/>
          </p:nvSpPr>
          <p:spPr>
            <a:xfrm>
              <a:off x="737600" y="244200"/>
              <a:ext cx="25" cy="51175"/>
            </a:xfrm>
            <a:custGeom>
              <a:avLst/>
              <a:gdLst/>
              <a:ahLst/>
              <a:cxnLst/>
              <a:rect l="l" t="t" r="r" b="b"/>
              <a:pathLst>
                <a:path w="1" h="2047" fill="none" extrusionOk="0">
                  <a:moveTo>
                    <a:pt x="1" y="1"/>
                  </a:moveTo>
                  <a:lnTo>
                    <a:pt x="1" y="2046"/>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207;p12">
              <a:extLst>
                <a:ext uri="{FF2B5EF4-FFF2-40B4-BE49-F238E27FC236}">
                  <a16:creationId xmlns:a16="http://schemas.microsoft.com/office/drawing/2014/main" id="{4F46949B-0E6A-078E-692F-440918B02B48}"/>
                </a:ext>
              </a:extLst>
            </p:cNvPr>
            <p:cNvSpPr/>
            <p:nvPr/>
          </p:nvSpPr>
          <p:spPr>
            <a:xfrm>
              <a:off x="820400" y="244200"/>
              <a:ext cx="25" cy="51175"/>
            </a:xfrm>
            <a:custGeom>
              <a:avLst/>
              <a:gdLst/>
              <a:ahLst/>
              <a:cxnLst/>
              <a:rect l="l" t="t" r="r" b="b"/>
              <a:pathLst>
                <a:path w="1" h="2047" fill="none" extrusionOk="0">
                  <a:moveTo>
                    <a:pt x="1" y="1"/>
                  </a:moveTo>
                  <a:lnTo>
                    <a:pt x="1" y="2046"/>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8;p12">
              <a:extLst>
                <a:ext uri="{FF2B5EF4-FFF2-40B4-BE49-F238E27FC236}">
                  <a16:creationId xmlns:a16="http://schemas.microsoft.com/office/drawing/2014/main" id="{57D17D74-5D41-652F-3F63-0C5FE1B8BC83}"/>
                </a:ext>
              </a:extLst>
            </p:cNvPr>
            <p:cNvSpPr/>
            <p:nvPr/>
          </p:nvSpPr>
          <p:spPr>
            <a:xfrm>
              <a:off x="903225" y="244200"/>
              <a:ext cx="25" cy="51175"/>
            </a:xfrm>
            <a:custGeom>
              <a:avLst/>
              <a:gdLst/>
              <a:ahLst/>
              <a:cxnLst/>
              <a:rect l="l" t="t" r="r" b="b"/>
              <a:pathLst>
                <a:path w="1" h="2047" fill="none" extrusionOk="0">
                  <a:moveTo>
                    <a:pt x="0" y="1"/>
                  </a:moveTo>
                  <a:lnTo>
                    <a:pt x="0" y="2046"/>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1241406522"/>
      </p:ext>
    </p:extLst>
  </p:cSld>
  <p:clrMapOvr>
    <a:masterClrMapping/>
  </p:clrMapOvr>
  <p:transition>
    <p:fade thruBlk="1"/>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B081F7-B4C5-89DC-B229-B4893783A76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F272AB7-4C8F-9464-97C8-AB881A40A8B4}"/>
              </a:ext>
            </a:extLst>
          </p:cNvPr>
          <p:cNvSpPr>
            <a:spLocks noGrp="1"/>
          </p:cNvSpPr>
          <p:nvPr>
            <p:ph type="title"/>
          </p:nvPr>
        </p:nvSpPr>
        <p:spPr/>
        <p:txBody>
          <a:bodyPr/>
          <a:lstStyle/>
          <a:p>
            <a:r>
              <a:rPr lang="en-PH" dirty="0"/>
              <a:t>The Anatomy of Code</a:t>
            </a:r>
            <a:endParaRPr lang="en-PH" dirty="0">
              <a:latin typeface="Roboto Condensed" panose="02000000000000000000" pitchFamily="2" charset="0"/>
              <a:ea typeface="Roboto Condensed" panose="02000000000000000000" pitchFamily="2" charset="0"/>
              <a:cs typeface="Roboto Condensed" panose="02000000000000000000" pitchFamily="2" charset="0"/>
            </a:endParaRPr>
          </a:p>
        </p:txBody>
      </p:sp>
      <p:sp>
        <p:nvSpPr>
          <p:cNvPr id="3" name="Text Placeholder 2">
            <a:extLst>
              <a:ext uri="{FF2B5EF4-FFF2-40B4-BE49-F238E27FC236}">
                <a16:creationId xmlns:a16="http://schemas.microsoft.com/office/drawing/2014/main" id="{311C770A-2370-1EB9-681D-D46D85447000}"/>
              </a:ext>
            </a:extLst>
          </p:cNvPr>
          <p:cNvSpPr>
            <a:spLocks noGrp="1"/>
          </p:cNvSpPr>
          <p:nvPr>
            <p:ph type="body" idx="1"/>
          </p:nvPr>
        </p:nvSpPr>
        <p:spPr>
          <a:xfrm>
            <a:off x="140124" y="1308259"/>
            <a:ext cx="8563151" cy="2724300"/>
          </a:xfrm>
        </p:spPr>
        <p:txBody>
          <a:bodyPr/>
          <a:lstStyle/>
          <a:p>
            <a:r>
              <a:rPr lang="en-PH" b="1" dirty="0">
                <a:latin typeface="Roboto Condensed" panose="02000000000000000000" pitchFamily="2" charset="0"/>
                <a:ea typeface="Roboto Condensed" panose="02000000000000000000" pitchFamily="2" charset="0"/>
                <a:cs typeface="Roboto Condensed" panose="02000000000000000000" pitchFamily="2" charset="0"/>
              </a:rPr>
              <a:t>Variables (The Data Containers)</a:t>
            </a:r>
          </a:p>
          <a:p>
            <a:pPr lvl="1"/>
            <a:r>
              <a:rPr lang="en-PH" dirty="0">
                <a:latin typeface="Roboto Condensed" panose="02000000000000000000" pitchFamily="2" charset="0"/>
                <a:ea typeface="Roboto Condensed" panose="02000000000000000000" pitchFamily="2" charset="0"/>
                <a:cs typeface="Roboto Condensed" panose="02000000000000000000" pitchFamily="2" charset="0"/>
              </a:rPr>
              <a:t>Think of variables as labeled boxes in the computer's memory. You give the box a name, and you put something inside it.</a:t>
            </a:r>
          </a:p>
          <a:p>
            <a:pPr lvl="1"/>
            <a:r>
              <a:rPr lang="en-PH" b="1" dirty="0">
                <a:latin typeface="Roboto Condensed" panose="02000000000000000000" pitchFamily="2" charset="0"/>
                <a:ea typeface="Roboto Condensed" panose="02000000000000000000" pitchFamily="2" charset="0"/>
                <a:cs typeface="Roboto Condensed" panose="02000000000000000000" pitchFamily="2" charset="0"/>
              </a:rPr>
              <a:t>String:</a:t>
            </a:r>
            <a:r>
              <a:rPr lang="en-PH" dirty="0">
                <a:latin typeface="Roboto Condensed" panose="02000000000000000000" pitchFamily="2" charset="0"/>
                <a:ea typeface="Roboto Condensed" panose="02000000000000000000" pitchFamily="2" charset="0"/>
                <a:cs typeface="Roboto Condensed" panose="02000000000000000000" pitchFamily="2" charset="0"/>
              </a:rPr>
              <a:t> Text (e.g., "Hello, Pangasinan!")</a:t>
            </a:r>
          </a:p>
          <a:p>
            <a:pPr lvl="1"/>
            <a:r>
              <a:rPr lang="en-PH" b="1" dirty="0">
                <a:latin typeface="Roboto Condensed" panose="02000000000000000000" pitchFamily="2" charset="0"/>
                <a:ea typeface="Roboto Condensed" panose="02000000000000000000" pitchFamily="2" charset="0"/>
                <a:cs typeface="Roboto Condensed" panose="02000000000000000000" pitchFamily="2" charset="0"/>
              </a:rPr>
              <a:t>Integer:</a:t>
            </a:r>
            <a:r>
              <a:rPr lang="en-PH" dirty="0">
                <a:latin typeface="Roboto Condensed" panose="02000000000000000000" pitchFamily="2" charset="0"/>
                <a:ea typeface="Roboto Condensed" panose="02000000000000000000" pitchFamily="2" charset="0"/>
                <a:cs typeface="Roboto Condensed" panose="02000000000000000000" pitchFamily="2" charset="0"/>
              </a:rPr>
              <a:t> Whole numbers (e.g., 42)</a:t>
            </a:r>
          </a:p>
          <a:p>
            <a:pPr lvl="1"/>
            <a:r>
              <a:rPr lang="en-PH" b="1" dirty="0">
                <a:latin typeface="Roboto Condensed" panose="02000000000000000000" pitchFamily="2" charset="0"/>
                <a:ea typeface="Roboto Condensed" panose="02000000000000000000" pitchFamily="2" charset="0"/>
                <a:cs typeface="Roboto Condensed" panose="02000000000000000000" pitchFamily="2" charset="0"/>
              </a:rPr>
              <a:t>Boolean:</a:t>
            </a:r>
            <a:r>
              <a:rPr lang="en-PH" dirty="0">
                <a:latin typeface="Roboto Condensed" panose="02000000000000000000" pitchFamily="2" charset="0"/>
                <a:ea typeface="Roboto Condensed" panose="02000000000000000000" pitchFamily="2" charset="0"/>
                <a:cs typeface="Roboto Condensed" panose="02000000000000000000" pitchFamily="2" charset="0"/>
              </a:rPr>
              <a:t> True or False (e.g., true)</a:t>
            </a:r>
          </a:p>
          <a:p>
            <a:pPr lvl="0"/>
            <a:r>
              <a:rPr lang="en-PH" dirty="0">
                <a:latin typeface="Roboto Condensed" panose="02000000000000000000" pitchFamily="2" charset="0"/>
                <a:ea typeface="Roboto Condensed" panose="02000000000000000000" pitchFamily="2" charset="0"/>
                <a:cs typeface="Roboto Condensed" panose="02000000000000000000" pitchFamily="2" charset="0"/>
              </a:rPr>
              <a:t>Java is a </a:t>
            </a:r>
            <a:r>
              <a:rPr lang="en-PH" b="1" dirty="0">
                <a:latin typeface="Roboto Condensed" panose="02000000000000000000" pitchFamily="2" charset="0"/>
                <a:ea typeface="Roboto Condensed" panose="02000000000000000000" pitchFamily="2" charset="0"/>
                <a:cs typeface="Roboto Condensed" panose="02000000000000000000" pitchFamily="2" charset="0"/>
              </a:rPr>
              <a:t>statically typed</a:t>
            </a:r>
            <a:r>
              <a:rPr lang="en-PH" dirty="0">
                <a:latin typeface="Roboto Condensed" panose="02000000000000000000" pitchFamily="2" charset="0"/>
                <a:ea typeface="Roboto Condensed" panose="02000000000000000000" pitchFamily="2" charset="0"/>
                <a:cs typeface="Roboto Condensed" panose="02000000000000000000" pitchFamily="2" charset="0"/>
              </a:rPr>
              <a:t> language. This means you cannot just create a variable; you must tell Java </a:t>
            </a:r>
            <a:r>
              <a:rPr lang="en-PH" i="1" dirty="0">
                <a:latin typeface="Roboto Condensed" panose="02000000000000000000" pitchFamily="2" charset="0"/>
                <a:ea typeface="Roboto Condensed" panose="02000000000000000000" pitchFamily="2" charset="0"/>
                <a:cs typeface="Roboto Condensed" panose="02000000000000000000" pitchFamily="2" charset="0"/>
              </a:rPr>
              <a:t>exactly</a:t>
            </a:r>
            <a:r>
              <a:rPr lang="en-PH" dirty="0">
                <a:latin typeface="Roboto Condensed" panose="02000000000000000000" pitchFamily="2" charset="0"/>
                <a:ea typeface="Roboto Condensed" panose="02000000000000000000" pitchFamily="2" charset="0"/>
                <a:cs typeface="Roboto Condensed" panose="02000000000000000000" pitchFamily="2" charset="0"/>
              </a:rPr>
              <a:t> what type of data it will hold, and you cannot change that type later.</a:t>
            </a:r>
          </a:p>
          <a:p>
            <a:endParaRPr lang="en-PH" dirty="0">
              <a:latin typeface="Roboto Condensed" panose="02000000000000000000" pitchFamily="2" charset="0"/>
              <a:ea typeface="Roboto Condensed" panose="02000000000000000000" pitchFamily="2" charset="0"/>
              <a:cs typeface="Roboto Condensed" panose="02000000000000000000" pitchFamily="2" charset="0"/>
            </a:endParaRPr>
          </a:p>
        </p:txBody>
      </p:sp>
      <p:sp>
        <p:nvSpPr>
          <p:cNvPr id="5" name="Slide Number Placeholder 4">
            <a:extLst>
              <a:ext uri="{FF2B5EF4-FFF2-40B4-BE49-F238E27FC236}">
                <a16:creationId xmlns:a16="http://schemas.microsoft.com/office/drawing/2014/main" id="{AAE0B159-57FC-C220-1924-F06C19E49704}"/>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t>7</a:t>
            </a:fld>
            <a:endParaRPr lang="en-GB"/>
          </a:p>
        </p:txBody>
      </p:sp>
      <p:grpSp>
        <p:nvGrpSpPr>
          <p:cNvPr id="6" name="Google Shape;194;p12">
            <a:extLst>
              <a:ext uri="{FF2B5EF4-FFF2-40B4-BE49-F238E27FC236}">
                <a16:creationId xmlns:a16="http://schemas.microsoft.com/office/drawing/2014/main" id="{16EAB6B6-1034-B1E4-3BBF-40E89C8321DD}"/>
              </a:ext>
            </a:extLst>
          </p:cNvPr>
          <p:cNvGrpSpPr/>
          <p:nvPr/>
        </p:nvGrpSpPr>
        <p:grpSpPr>
          <a:xfrm>
            <a:off x="293683" y="574116"/>
            <a:ext cx="309041" cy="403123"/>
            <a:chOff x="590250" y="244200"/>
            <a:chExt cx="407975" cy="532175"/>
          </a:xfrm>
        </p:grpSpPr>
        <p:sp>
          <p:nvSpPr>
            <p:cNvPr id="7" name="Google Shape;195;p12">
              <a:extLst>
                <a:ext uri="{FF2B5EF4-FFF2-40B4-BE49-F238E27FC236}">
                  <a16:creationId xmlns:a16="http://schemas.microsoft.com/office/drawing/2014/main" id="{D73F8BDA-DC2D-0572-9536-1D646B4DBB3B}"/>
                </a:ext>
              </a:extLst>
            </p:cNvPr>
            <p:cNvSpPr/>
            <p:nvPr/>
          </p:nvSpPr>
          <p:spPr>
            <a:xfrm>
              <a:off x="623125" y="313625"/>
              <a:ext cx="375100" cy="462750"/>
            </a:xfrm>
            <a:custGeom>
              <a:avLst/>
              <a:gdLst/>
              <a:ahLst/>
              <a:cxnLst/>
              <a:rect l="l" t="t" r="r" b="b"/>
              <a:pathLst>
                <a:path w="15004" h="18510" fill="none" extrusionOk="0">
                  <a:moveTo>
                    <a:pt x="1" y="17536"/>
                  </a:moveTo>
                  <a:lnTo>
                    <a:pt x="1" y="17536"/>
                  </a:lnTo>
                  <a:lnTo>
                    <a:pt x="1" y="17536"/>
                  </a:lnTo>
                  <a:lnTo>
                    <a:pt x="25" y="17682"/>
                  </a:lnTo>
                  <a:lnTo>
                    <a:pt x="49" y="17852"/>
                  </a:lnTo>
                  <a:lnTo>
                    <a:pt x="123" y="18023"/>
                  </a:lnTo>
                  <a:lnTo>
                    <a:pt x="220" y="18193"/>
                  </a:lnTo>
                  <a:lnTo>
                    <a:pt x="293" y="18291"/>
                  </a:lnTo>
                  <a:lnTo>
                    <a:pt x="390" y="18364"/>
                  </a:lnTo>
                  <a:lnTo>
                    <a:pt x="488" y="18412"/>
                  </a:lnTo>
                  <a:lnTo>
                    <a:pt x="610" y="18461"/>
                  </a:lnTo>
                  <a:lnTo>
                    <a:pt x="756" y="18510"/>
                  </a:lnTo>
                  <a:lnTo>
                    <a:pt x="926" y="18510"/>
                  </a:lnTo>
                  <a:lnTo>
                    <a:pt x="14468" y="18510"/>
                  </a:lnTo>
                  <a:lnTo>
                    <a:pt x="14468" y="18510"/>
                  </a:lnTo>
                  <a:lnTo>
                    <a:pt x="14541" y="18510"/>
                  </a:lnTo>
                  <a:lnTo>
                    <a:pt x="14614" y="18485"/>
                  </a:lnTo>
                  <a:lnTo>
                    <a:pt x="14736" y="18412"/>
                  </a:lnTo>
                  <a:lnTo>
                    <a:pt x="14833" y="18291"/>
                  </a:lnTo>
                  <a:lnTo>
                    <a:pt x="14906" y="18144"/>
                  </a:lnTo>
                  <a:lnTo>
                    <a:pt x="14955" y="17974"/>
                  </a:lnTo>
                  <a:lnTo>
                    <a:pt x="14979" y="17779"/>
                  </a:lnTo>
                  <a:lnTo>
                    <a:pt x="15003" y="17438"/>
                  </a:lnTo>
                  <a:lnTo>
                    <a:pt x="15003" y="487"/>
                  </a:lnTo>
                  <a:lnTo>
                    <a:pt x="15003" y="487"/>
                  </a:lnTo>
                  <a:lnTo>
                    <a:pt x="15003" y="341"/>
                  </a:lnTo>
                  <a:lnTo>
                    <a:pt x="14979" y="219"/>
                  </a:lnTo>
                  <a:lnTo>
                    <a:pt x="14955" y="146"/>
                  </a:lnTo>
                  <a:lnTo>
                    <a:pt x="14906" y="73"/>
                  </a:lnTo>
                  <a:lnTo>
                    <a:pt x="14833" y="49"/>
                  </a:lnTo>
                  <a:lnTo>
                    <a:pt x="14736" y="24"/>
                  </a:lnTo>
                  <a:lnTo>
                    <a:pt x="14468" y="0"/>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196;p12">
              <a:extLst>
                <a:ext uri="{FF2B5EF4-FFF2-40B4-BE49-F238E27FC236}">
                  <a16:creationId xmlns:a16="http://schemas.microsoft.com/office/drawing/2014/main" id="{7C21B740-588D-59CC-FA61-3B32375488E9}"/>
                </a:ext>
              </a:extLst>
            </p:cNvPr>
            <p:cNvSpPr/>
            <p:nvPr/>
          </p:nvSpPr>
          <p:spPr>
            <a:xfrm>
              <a:off x="590250" y="269775"/>
              <a:ext cx="377525" cy="462775"/>
            </a:xfrm>
            <a:custGeom>
              <a:avLst/>
              <a:gdLst/>
              <a:ahLst/>
              <a:cxnLst/>
              <a:rect l="l" t="t" r="r" b="b"/>
              <a:pathLst>
                <a:path w="15101" h="18511" fill="none" extrusionOk="0">
                  <a:moveTo>
                    <a:pt x="14321" y="0"/>
                  </a:moveTo>
                  <a:lnTo>
                    <a:pt x="780" y="0"/>
                  </a:lnTo>
                  <a:lnTo>
                    <a:pt x="780" y="0"/>
                  </a:lnTo>
                  <a:lnTo>
                    <a:pt x="634" y="25"/>
                  </a:lnTo>
                  <a:lnTo>
                    <a:pt x="488" y="74"/>
                  </a:lnTo>
                  <a:lnTo>
                    <a:pt x="342" y="122"/>
                  </a:lnTo>
                  <a:lnTo>
                    <a:pt x="220" y="220"/>
                  </a:lnTo>
                  <a:lnTo>
                    <a:pt x="122" y="341"/>
                  </a:lnTo>
                  <a:lnTo>
                    <a:pt x="74" y="488"/>
                  </a:lnTo>
                  <a:lnTo>
                    <a:pt x="25" y="634"/>
                  </a:lnTo>
                  <a:lnTo>
                    <a:pt x="1" y="780"/>
                  </a:lnTo>
                  <a:lnTo>
                    <a:pt x="1" y="17731"/>
                  </a:lnTo>
                  <a:lnTo>
                    <a:pt x="1" y="17731"/>
                  </a:lnTo>
                  <a:lnTo>
                    <a:pt x="25" y="17877"/>
                  </a:lnTo>
                  <a:lnTo>
                    <a:pt x="74" y="18023"/>
                  </a:lnTo>
                  <a:lnTo>
                    <a:pt x="122" y="18169"/>
                  </a:lnTo>
                  <a:lnTo>
                    <a:pt x="220" y="18291"/>
                  </a:lnTo>
                  <a:lnTo>
                    <a:pt x="342" y="18388"/>
                  </a:lnTo>
                  <a:lnTo>
                    <a:pt x="488" y="18437"/>
                  </a:lnTo>
                  <a:lnTo>
                    <a:pt x="634" y="18486"/>
                  </a:lnTo>
                  <a:lnTo>
                    <a:pt x="780" y="18510"/>
                  </a:lnTo>
                  <a:lnTo>
                    <a:pt x="14321" y="18510"/>
                  </a:lnTo>
                  <a:lnTo>
                    <a:pt x="14321" y="18510"/>
                  </a:lnTo>
                  <a:lnTo>
                    <a:pt x="14467" y="18486"/>
                  </a:lnTo>
                  <a:lnTo>
                    <a:pt x="14614" y="18437"/>
                  </a:lnTo>
                  <a:lnTo>
                    <a:pt x="14760" y="18388"/>
                  </a:lnTo>
                  <a:lnTo>
                    <a:pt x="14881" y="18291"/>
                  </a:lnTo>
                  <a:lnTo>
                    <a:pt x="14979" y="18169"/>
                  </a:lnTo>
                  <a:lnTo>
                    <a:pt x="15028" y="18023"/>
                  </a:lnTo>
                  <a:lnTo>
                    <a:pt x="15076" y="17877"/>
                  </a:lnTo>
                  <a:lnTo>
                    <a:pt x="15101" y="17731"/>
                  </a:lnTo>
                  <a:lnTo>
                    <a:pt x="15101" y="780"/>
                  </a:lnTo>
                  <a:lnTo>
                    <a:pt x="15101" y="780"/>
                  </a:lnTo>
                  <a:lnTo>
                    <a:pt x="15076" y="634"/>
                  </a:lnTo>
                  <a:lnTo>
                    <a:pt x="15028" y="488"/>
                  </a:lnTo>
                  <a:lnTo>
                    <a:pt x="14979" y="341"/>
                  </a:lnTo>
                  <a:lnTo>
                    <a:pt x="14881" y="220"/>
                  </a:lnTo>
                  <a:lnTo>
                    <a:pt x="14760" y="122"/>
                  </a:lnTo>
                  <a:lnTo>
                    <a:pt x="14614" y="74"/>
                  </a:lnTo>
                  <a:lnTo>
                    <a:pt x="14467" y="25"/>
                  </a:lnTo>
                  <a:lnTo>
                    <a:pt x="14321" y="0"/>
                  </a:lnTo>
                  <a:lnTo>
                    <a:pt x="14321" y="0"/>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197;p12">
              <a:extLst>
                <a:ext uri="{FF2B5EF4-FFF2-40B4-BE49-F238E27FC236}">
                  <a16:creationId xmlns:a16="http://schemas.microsoft.com/office/drawing/2014/main" id="{8D02D9C1-1163-BD2B-018E-822751AE166C}"/>
                </a:ext>
              </a:extLst>
            </p:cNvPr>
            <p:cNvSpPr/>
            <p:nvPr/>
          </p:nvSpPr>
          <p:spPr>
            <a:xfrm>
              <a:off x="796650" y="274025"/>
              <a:ext cx="45100" cy="45100"/>
            </a:xfrm>
            <a:custGeom>
              <a:avLst/>
              <a:gdLst/>
              <a:ahLst/>
              <a:cxnLst/>
              <a:rect l="l" t="t" r="r" b="b"/>
              <a:pathLst>
                <a:path w="1804" h="1804" fill="none" extrusionOk="0">
                  <a:moveTo>
                    <a:pt x="902" y="1"/>
                  </a:moveTo>
                  <a:lnTo>
                    <a:pt x="902" y="1"/>
                  </a:lnTo>
                  <a:lnTo>
                    <a:pt x="1073" y="25"/>
                  </a:lnTo>
                  <a:lnTo>
                    <a:pt x="1243" y="74"/>
                  </a:lnTo>
                  <a:lnTo>
                    <a:pt x="1414" y="147"/>
                  </a:lnTo>
                  <a:lnTo>
                    <a:pt x="1535" y="269"/>
                  </a:lnTo>
                  <a:lnTo>
                    <a:pt x="1657" y="391"/>
                  </a:lnTo>
                  <a:lnTo>
                    <a:pt x="1730" y="561"/>
                  </a:lnTo>
                  <a:lnTo>
                    <a:pt x="1779" y="732"/>
                  </a:lnTo>
                  <a:lnTo>
                    <a:pt x="1803" y="902"/>
                  </a:lnTo>
                  <a:lnTo>
                    <a:pt x="1803" y="902"/>
                  </a:lnTo>
                  <a:lnTo>
                    <a:pt x="1779" y="1073"/>
                  </a:lnTo>
                  <a:lnTo>
                    <a:pt x="1730" y="1243"/>
                  </a:lnTo>
                  <a:lnTo>
                    <a:pt x="1657" y="1414"/>
                  </a:lnTo>
                  <a:lnTo>
                    <a:pt x="1535" y="1535"/>
                  </a:lnTo>
                  <a:lnTo>
                    <a:pt x="1414" y="1657"/>
                  </a:lnTo>
                  <a:lnTo>
                    <a:pt x="1243" y="1730"/>
                  </a:lnTo>
                  <a:lnTo>
                    <a:pt x="1073" y="1779"/>
                  </a:lnTo>
                  <a:lnTo>
                    <a:pt x="902" y="1803"/>
                  </a:lnTo>
                  <a:lnTo>
                    <a:pt x="902" y="1803"/>
                  </a:lnTo>
                  <a:lnTo>
                    <a:pt x="732" y="1779"/>
                  </a:lnTo>
                  <a:lnTo>
                    <a:pt x="561" y="1730"/>
                  </a:lnTo>
                  <a:lnTo>
                    <a:pt x="391" y="1657"/>
                  </a:lnTo>
                  <a:lnTo>
                    <a:pt x="269" y="1535"/>
                  </a:lnTo>
                  <a:lnTo>
                    <a:pt x="147" y="1414"/>
                  </a:lnTo>
                  <a:lnTo>
                    <a:pt x="74" y="1243"/>
                  </a:lnTo>
                  <a:lnTo>
                    <a:pt x="25" y="1073"/>
                  </a:lnTo>
                  <a:lnTo>
                    <a:pt x="1" y="902"/>
                  </a:lnTo>
                  <a:lnTo>
                    <a:pt x="1" y="902"/>
                  </a:lnTo>
                  <a:lnTo>
                    <a:pt x="25" y="732"/>
                  </a:lnTo>
                  <a:lnTo>
                    <a:pt x="74" y="561"/>
                  </a:lnTo>
                  <a:lnTo>
                    <a:pt x="147" y="391"/>
                  </a:lnTo>
                  <a:lnTo>
                    <a:pt x="269" y="269"/>
                  </a:lnTo>
                  <a:lnTo>
                    <a:pt x="391" y="147"/>
                  </a:lnTo>
                  <a:lnTo>
                    <a:pt x="561" y="74"/>
                  </a:lnTo>
                  <a:lnTo>
                    <a:pt x="732" y="25"/>
                  </a:lnTo>
                  <a:lnTo>
                    <a:pt x="902" y="1"/>
                  </a:lnTo>
                  <a:lnTo>
                    <a:pt x="902"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198;p12">
              <a:extLst>
                <a:ext uri="{FF2B5EF4-FFF2-40B4-BE49-F238E27FC236}">
                  <a16:creationId xmlns:a16="http://schemas.microsoft.com/office/drawing/2014/main" id="{0954838F-5087-2B29-7DAD-B0BA1136C7CB}"/>
                </a:ext>
              </a:extLst>
            </p:cNvPr>
            <p:cNvSpPr/>
            <p:nvPr/>
          </p:nvSpPr>
          <p:spPr>
            <a:xfrm>
              <a:off x="713850" y="274025"/>
              <a:ext cx="45075" cy="45100"/>
            </a:xfrm>
            <a:custGeom>
              <a:avLst/>
              <a:gdLst/>
              <a:ahLst/>
              <a:cxnLst/>
              <a:rect l="l" t="t" r="r" b="b"/>
              <a:pathLst>
                <a:path w="1803" h="1804" fill="none" extrusionOk="0">
                  <a:moveTo>
                    <a:pt x="902" y="1"/>
                  </a:moveTo>
                  <a:lnTo>
                    <a:pt x="902" y="1"/>
                  </a:lnTo>
                  <a:lnTo>
                    <a:pt x="1072" y="25"/>
                  </a:lnTo>
                  <a:lnTo>
                    <a:pt x="1243" y="74"/>
                  </a:lnTo>
                  <a:lnTo>
                    <a:pt x="1413" y="147"/>
                  </a:lnTo>
                  <a:lnTo>
                    <a:pt x="1535" y="269"/>
                  </a:lnTo>
                  <a:lnTo>
                    <a:pt x="1657" y="391"/>
                  </a:lnTo>
                  <a:lnTo>
                    <a:pt x="1730" y="561"/>
                  </a:lnTo>
                  <a:lnTo>
                    <a:pt x="1779" y="732"/>
                  </a:lnTo>
                  <a:lnTo>
                    <a:pt x="1803" y="902"/>
                  </a:lnTo>
                  <a:lnTo>
                    <a:pt x="1803" y="902"/>
                  </a:lnTo>
                  <a:lnTo>
                    <a:pt x="1779" y="1073"/>
                  </a:lnTo>
                  <a:lnTo>
                    <a:pt x="1730" y="1243"/>
                  </a:lnTo>
                  <a:lnTo>
                    <a:pt x="1657" y="1414"/>
                  </a:lnTo>
                  <a:lnTo>
                    <a:pt x="1535" y="1535"/>
                  </a:lnTo>
                  <a:lnTo>
                    <a:pt x="1413" y="1657"/>
                  </a:lnTo>
                  <a:lnTo>
                    <a:pt x="1243" y="1730"/>
                  </a:lnTo>
                  <a:lnTo>
                    <a:pt x="1072" y="1779"/>
                  </a:lnTo>
                  <a:lnTo>
                    <a:pt x="902" y="1803"/>
                  </a:lnTo>
                  <a:lnTo>
                    <a:pt x="902" y="1803"/>
                  </a:lnTo>
                  <a:lnTo>
                    <a:pt x="731" y="1779"/>
                  </a:lnTo>
                  <a:lnTo>
                    <a:pt x="561" y="1730"/>
                  </a:lnTo>
                  <a:lnTo>
                    <a:pt x="390" y="1657"/>
                  </a:lnTo>
                  <a:lnTo>
                    <a:pt x="269" y="1535"/>
                  </a:lnTo>
                  <a:lnTo>
                    <a:pt x="147" y="1414"/>
                  </a:lnTo>
                  <a:lnTo>
                    <a:pt x="74" y="1243"/>
                  </a:lnTo>
                  <a:lnTo>
                    <a:pt x="25" y="1073"/>
                  </a:lnTo>
                  <a:lnTo>
                    <a:pt x="1" y="902"/>
                  </a:lnTo>
                  <a:lnTo>
                    <a:pt x="1" y="902"/>
                  </a:lnTo>
                  <a:lnTo>
                    <a:pt x="25" y="732"/>
                  </a:lnTo>
                  <a:lnTo>
                    <a:pt x="74" y="561"/>
                  </a:lnTo>
                  <a:lnTo>
                    <a:pt x="147" y="391"/>
                  </a:lnTo>
                  <a:lnTo>
                    <a:pt x="269" y="269"/>
                  </a:lnTo>
                  <a:lnTo>
                    <a:pt x="390" y="147"/>
                  </a:lnTo>
                  <a:lnTo>
                    <a:pt x="561" y="74"/>
                  </a:lnTo>
                  <a:lnTo>
                    <a:pt x="731" y="25"/>
                  </a:lnTo>
                  <a:lnTo>
                    <a:pt x="902" y="1"/>
                  </a:lnTo>
                  <a:lnTo>
                    <a:pt x="902"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99;p12">
              <a:extLst>
                <a:ext uri="{FF2B5EF4-FFF2-40B4-BE49-F238E27FC236}">
                  <a16:creationId xmlns:a16="http://schemas.microsoft.com/office/drawing/2014/main" id="{A38A6149-EBEF-F43A-10FF-E93ED10D7DEB}"/>
                </a:ext>
              </a:extLst>
            </p:cNvPr>
            <p:cNvSpPr/>
            <p:nvPr/>
          </p:nvSpPr>
          <p:spPr>
            <a:xfrm>
              <a:off x="631050" y="274025"/>
              <a:ext cx="45075" cy="45100"/>
            </a:xfrm>
            <a:custGeom>
              <a:avLst/>
              <a:gdLst/>
              <a:ahLst/>
              <a:cxnLst/>
              <a:rect l="l" t="t" r="r" b="b"/>
              <a:pathLst>
                <a:path w="1803" h="1804" fill="none" extrusionOk="0">
                  <a:moveTo>
                    <a:pt x="0" y="902"/>
                  </a:moveTo>
                  <a:lnTo>
                    <a:pt x="0" y="902"/>
                  </a:lnTo>
                  <a:lnTo>
                    <a:pt x="25" y="732"/>
                  </a:lnTo>
                  <a:lnTo>
                    <a:pt x="73" y="561"/>
                  </a:lnTo>
                  <a:lnTo>
                    <a:pt x="147" y="391"/>
                  </a:lnTo>
                  <a:lnTo>
                    <a:pt x="268" y="269"/>
                  </a:lnTo>
                  <a:lnTo>
                    <a:pt x="390" y="147"/>
                  </a:lnTo>
                  <a:lnTo>
                    <a:pt x="561" y="74"/>
                  </a:lnTo>
                  <a:lnTo>
                    <a:pt x="731" y="25"/>
                  </a:lnTo>
                  <a:lnTo>
                    <a:pt x="902" y="1"/>
                  </a:lnTo>
                  <a:lnTo>
                    <a:pt x="902" y="1"/>
                  </a:lnTo>
                  <a:lnTo>
                    <a:pt x="1072" y="25"/>
                  </a:lnTo>
                  <a:lnTo>
                    <a:pt x="1243" y="74"/>
                  </a:lnTo>
                  <a:lnTo>
                    <a:pt x="1413" y="147"/>
                  </a:lnTo>
                  <a:lnTo>
                    <a:pt x="1535" y="269"/>
                  </a:lnTo>
                  <a:lnTo>
                    <a:pt x="1657" y="391"/>
                  </a:lnTo>
                  <a:lnTo>
                    <a:pt x="1730" y="561"/>
                  </a:lnTo>
                  <a:lnTo>
                    <a:pt x="1778" y="732"/>
                  </a:lnTo>
                  <a:lnTo>
                    <a:pt x="1803" y="902"/>
                  </a:lnTo>
                  <a:lnTo>
                    <a:pt x="1803" y="902"/>
                  </a:lnTo>
                  <a:lnTo>
                    <a:pt x="1778" y="1073"/>
                  </a:lnTo>
                  <a:lnTo>
                    <a:pt x="1730" y="1243"/>
                  </a:lnTo>
                  <a:lnTo>
                    <a:pt x="1657" y="1414"/>
                  </a:lnTo>
                  <a:lnTo>
                    <a:pt x="1535" y="1535"/>
                  </a:lnTo>
                  <a:lnTo>
                    <a:pt x="1413" y="1657"/>
                  </a:lnTo>
                  <a:lnTo>
                    <a:pt x="1243" y="1730"/>
                  </a:lnTo>
                  <a:lnTo>
                    <a:pt x="1072" y="1779"/>
                  </a:lnTo>
                  <a:lnTo>
                    <a:pt x="902" y="1803"/>
                  </a:lnTo>
                  <a:lnTo>
                    <a:pt x="902" y="1803"/>
                  </a:lnTo>
                  <a:lnTo>
                    <a:pt x="731" y="1779"/>
                  </a:lnTo>
                  <a:lnTo>
                    <a:pt x="561" y="1730"/>
                  </a:lnTo>
                  <a:lnTo>
                    <a:pt x="390" y="1657"/>
                  </a:lnTo>
                  <a:lnTo>
                    <a:pt x="268" y="1535"/>
                  </a:lnTo>
                  <a:lnTo>
                    <a:pt x="147" y="1414"/>
                  </a:lnTo>
                  <a:lnTo>
                    <a:pt x="73" y="1243"/>
                  </a:lnTo>
                  <a:lnTo>
                    <a:pt x="25" y="1073"/>
                  </a:lnTo>
                  <a:lnTo>
                    <a:pt x="0" y="902"/>
                  </a:lnTo>
                  <a:lnTo>
                    <a:pt x="0" y="902"/>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200;p12">
              <a:extLst>
                <a:ext uri="{FF2B5EF4-FFF2-40B4-BE49-F238E27FC236}">
                  <a16:creationId xmlns:a16="http://schemas.microsoft.com/office/drawing/2014/main" id="{D598B826-79DD-6647-DEB5-4643AB60AC39}"/>
                </a:ext>
              </a:extLst>
            </p:cNvPr>
            <p:cNvSpPr/>
            <p:nvPr/>
          </p:nvSpPr>
          <p:spPr>
            <a:xfrm>
              <a:off x="649925" y="590050"/>
              <a:ext cx="133975" cy="25"/>
            </a:xfrm>
            <a:custGeom>
              <a:avLst/>
              <a:gdLst/>
              <a:ahLst/>
              <a:cxnLst/>
              <a:rect l="l" t="t" r="r" b="b"/>
              <a:pathLst>
                <a:path w="5359" h="1" fill="none" extrusionOk="0">
                  <a:moveTo>
                    <a:pt x="5358" y="0"/>
                  </a:moveTo>
                  <a:lnTo>
                    <a:pt x="0" y="0"/>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201;p12">
              <a:extLst>
                <a:ext uri="{FF2B5EF4-FFF2-40B4-BE49-F238E27FC236}">
                  <a16:creationId xmlns:a16="http://schemas.microsoft.com/office/drawing/2014/main" id="{D26FE53F-585E-C35B-8F64-5C31868D55C5}"/>
                </a:ext>
              </a:extLst>
            </p:cNvPr>
            <p:cNvSpPr/>
            <p:nvPr/>
          </p:nvSpPr>
          <p:spPr>
            <a:xfrm>
              <a:off x="649925" y="534625"/>
              <a:ext cx="255750" cy="25"/>
            </a:xfrm>
            <a:custGeom>
              <a:avLst/>
              <a:gdLst/>
              <a:ahLst/>
              <a:cxnLst/>
              <a:rect l="l" t="t" r="r" b="b"/>
              <a:pathLst>
                <a:path w="10230" h="1" fill="none" extrusionOk="0">
                  <a:moveTo>
                    <a:pt x="10229" y="1"/>
                  </a:moveTo>
                  <a:lnTo>
                    <a:pt x="0"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202;p12">
              <a:extLst>
                <a:ext uri="{FF2B5EF4-FFF2-40B4-BE49-F238E27FC236}">
                  <a16:creationId xmlns:a16="http://schemas.microsoft.com/office/drawing/2014/main" id="{AEAD6E51-7FF7-0F36-FE72-917C4CAC3A3F}"/>
                </a:ext>
              </a:extLst>
            </p:cNvPr>
            <p:cNvSpPr/>
            <p:nvPr/>
          </p:nvSpPr>
          <p:spPr>
            <a:xfrm>
              <a:off x="649925" y="479825"/>
              <a:ext cx="255750" cy="25"/>
            </a:xfrm>
            <a:custGeom>
              <a:avLst/>
              <a:gdLst/>
              <a:ahLst/>
              <a:cxnLst/>
              <a:rect l="l" t="t" r="r" b="b"/>
              <a:pathLst>
                <a:path w="10230" h="1" fill="none" extrusionOk="0">
                  <a:moveTo>
                    <a:pt x="10229" y="1"/>
                  </a:moveTo>
                  <a:lnTo>
                    <a:pt x="0"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203;p12">
              <a:extLst>
                <a:ext uri="{FF2B5EF4-FFF2-40B4-BE49-F238E27FC236}">
                  <a16:creationId xmlns:a16="http://schemas.microsoft.com/office/drawing/2014/main" id="{8180EDEA-B236-0B13-5B59-0F29B64B1901}"/>
                </a:ext>
              </a:extLst>
            </p:cNvPr>
            <p:cNvSpPr/>
            <p:nvPr/>
          </p:nvSpPr>
          <p:spPr>
            <a:xfrm>
              <a:off x="649925" y="424425"/>
              <a:ext cx="255750" cy="25"/>
            </a:xfrm>
            <a:custGeom>
              <a:avLst/>
              <a:gdLst/>
              <a:ahLst/>
              <a:cxnLst/>
              <a:rect l="l" t="t" r="r" b="b"/>
              <a:pathLst>
                <a:path w="10230" h="1" fill="none" extrusionOk="0">
                  <a:moveTo>
                    <a:pt x="10229" y="1"/>
                  </a:moveTo>
                  <a:lnTo>
                    <a:pt x="0"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204;p12">
              <a:extLst>
                <a:ext uri="{FF2B5EF4-FFF2-40B4-BE49-F238E27FC236}">
                  <a16:creationId xmlns:a16="http://schemas.microsoft.com/office/drawing/2014/main" id="{7C13B75C-0D95-F865-8042-21D24D25051A}"/>
                </a:ext>
              </a:extLst>
            </p:cNvPr>
            <p:cNvSpPr/>
            <p:nvPr/>
          </p:nvSpPr>
          <p:spPr>
            <a:xfrm>
              <a:off x="879475" y="274025"/>
              <a:ext cx="45075" cy="45100"/>
            </a:xfrm>
            <a:custGeom>
              <a:avLst/>
              <a:gdLst/>
              <a:ahLst/>
              <a:cxnLst/>
              <a:rect l="l" t="t" r="r" b="b"/>
              <a:pathLst>
                <a:path w="1803" h="1804" fill="none" extrusionOk="0">
                  <a:moveTo>
                    <a:pt x="901" y="1803"/>
                  </a:moveTo>
                  <a:lnTo>
                    <a:pt x="901" y="1803"/>
                  </a:lnTo>
                  <a:lnTo>
                    <a:pt x="731" y="1779"/>
                  </a:lnTo>
                  <a:lnTo>
                    <a:pt x="560" y="1730"/>
                  </a:lnTo>
                  <a:lnTo>
                    <a:pt x="390" y="1657"/>
                  </a:lnTo>
                  <a:lnTo>
                    <a:pt x="268" y="1535"/>
                  </a:lnTo>
                  <a:lnTo>
                    <a:pt x="146" y="1414"/>
                  </a:lnTo>
                  <a:lnTo>
                    <a:pt x="73" y="1243"/>
                  </a:lnTo>
                  <a:lnTo>
                    <a:pt x="25" y="1073"/>
                  </a:lnTo>
                  <a:lnTo>
                    <a:pt x="0" y="902"/>
                  </a:lnTo>
                  <a:lnTo>
                    <a:pt x="0" y="902"/>
                  </a:lnTo>
                  <a:lnTo>
                    <a:pt x="25" y="732"/>
                  </a:lnTo>
                  <a:lnTo>
                    <a:pt x="73" y="561"/>
                  </a:lnTo>
                  <a:lnTo>
                    <a:pt x="146" y="391"/>
                  </a:lnTo>
                  <a:lnTo>
                    <a:pt x="268" y="269"/>
                  </a:lnTo>
                  <a:lnTo>
                    <a:pt x="390" y="147"/>
                  </a:lnTo>
                  <a:lnTo>
                    <a:pt x="560" y="74"/>
                  </a:lnTo>
                  <a:lnTo>
                    <a:pt x="731" y="25"/>
                  </a:lnTo>
                  <a:lnTo>
                    <a:pt x="901" y="1"/>
                  </a:lnTo>
                  <a:lnTo>
                    <a:pt x="901" y="1"/>
                  </a:lnTo>
                  <a:lnTo>
                    <a:pt x="1072" y="25"/>
                  </a:lnTo>
                  <a:lnTo>
                    <a:pt x="1242" y="74"/>
                  </a:lnTo>
                  <a:lnTo>
                    <a:pt x="1413" y="147"/>
                  </a:lnTo>
                  <a:lnTo>
                    <a:pt x="1535" y="269"/>
                  </a:lnTo>
                  <a:lnTo>
                    <a:pt x="1656" y="391"/>
                  </a:lnTo>
                  <a:lnTo>
                    <a:pt x="1729" y="561"/>
                  </a:lnTo>
                  <a:lnTo>
                    <a:pt x="1778" y="732"/>
                  </a:lnTo>
                  <a:lnTo>
                    <a:pt x="1802" y="902"/>
                  </a:lnTo>
                  <a:lnTo>
                    <a:pt x="1802" y="902"/>
                  </a:lnTo>
                  <a:lnTo>
                    <a:pt x="1778" y="1073"/>
                  </a:lnTo>
                  <a:lnTo>
                    <a:pt x="1729" y="1243"/>
                  </a:lnTo>
                  <a:lnTo>
                    <a:pt x="1656" y="1414"/>
                  </a:lnTo>
                  <a:lnTo>
                    <a:pt x="1535" y="1535"/>
                  </a:lnTo>
                  <a:lnTo>
                    <a:pt x="1413" y="1657"/>
                  </a:lnTo>
                  <a:lnTo>
                    <a:pt x="1242" y="1730"/>
                  </a:lnTo>
                  <a:lnTo>
                    <a:pt x="1072" y="1779"/>
                  </a:lnTo>
                  <a:lnTo>
                    <a:pt x="901" y="1803"/>
                  </a:lnTo>
                  <a:lnTo>
                    <a:pt x="901" y="1803"/>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205;p12">
              <a:extLst>
                <a:ext uri="{FF2B5EF4-FFF2-40B4-BE49-F238E27FC236}">
                  <a16:creationId xmlns:a16="http://schemas.microsoft.com/office/drawing/2014/main" id="{94963635-B23E-1449-B90C-F8746E922423}"/>
                </a:ext>
              </a:extLst>
            </p:cNvPr>
            <p:cNvSpPr/>
            <p:nvPr/>
          </p:nvSpPr>
          <p:spPr>
            <a:xfrm>
              <a:off x="654800" y="244200"/>
              <a:ext cx="25" cy="51175"/>
            </a:xfrm>
            <a:custGeom>
              <a:avLst/>
              <a:gdLst/>
              <a:ahLst/>
              <a:cxnLst/>
              <a:rect l="l" t="t" r="r" b="b"/>
              <a:pathLst>
                <a:path w="1" h="2047" fill="none" extrusionOk="0">
                  <a:moveTo>
                    <a:pt x="0" y="1"/>
                  </a:moveTo>
                  <a:lnTo>
                    <a:pt x="0" y="2046"/>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206;p12">
              <a:extLst>
                <a:ext uri="{FF2B5EF4-FFF2-40B4-BE49-F238E27FC236}">
                  <a16:creationId xmlns:a16="http://schemas.microsoft.com/office/drawing/2014/main" id="{3A6B4197-6AFC-6389-6047-C3C996A285A2}"/>
                </a:ext>
              </a:extLst>
            </p:cNvPr>
            <p:cNvSpPr/>
            <p:nvPr/>
          </p:nvSpPr>
          <p:spPr>
            <a:xfrm>
              <a:off x="737600" y="244200"/>
              <a:ext cx="25" cy="51175"/>
            </a:xfrm>
            <a:custGeom>
              <a:avLst/>
              <a:gdLst/>
              <a:ahLst/>
              <a:cxnLst/>
              <a:rect l="l" t="t" r="r" b="b"/>
              <a:pathLst>
                <a:path w="1" h="2047" fill="none" extrusionOk="0">
                  <a:moveTo>
                    <a:pt x="1" y="1"/>
                  </a:moveTo>
                  <a:lnTo>
                    <a:pt x="1" y="2046"/>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207;p12">
              <a:extLst>
                <a:ext uri="{FF2B5EF4-FFF2-40B4-BE49-F238E27FC236}">
                  <a16:creationId xmlns:a16="http://schemas.microsoft.com/office/drawing/2014/main" id="{03F36BEC-7327-CB1A-CE1C-519910BA8EE7}"/>
                </a:ext>
              </a:extLst>
            </p:cNvPr>
            <p:cNvSpPr/>
            <p:nvPr/>
          </p:nvSpPr>
          <p:spPr>
            <a:xfrm>
              <a:off x="820400" y="244200"/>
              <a:ext cx="25" cy="51175"/>
            </a:xfrm>
            <a:custGeom>
              <a:avLst/>
              <a:gdLst/>
              <a:ahLst/>
              <a:cxnLst/>
              <a:rect l="l" t="t" r="r" b="b"/>
              <a:pathLst>
                <a:path w="1" h="2047" fill="none" extrusionOk="0">
                  <a:moveTo>
                    <a:pt x="1" y="1"/>
                  </a:moveTo>
                  <a:lnTo>
                    <a:pt x="1" y="2046"/>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8;p12">
              <a:extLst>
                <a:ext uri="{FF2B5EF4-FFF2-40B4-BE49-F238E27FC236}">
                  <a16:creationId xmlns:a16="http://schemas.microsoft.com/office/drawing/2014/main" id="{3BC37366-C824-CCDF-02A1-23B3BCBE0AC5}"/>
                </a:ext>
              </a:extLst>
            </p:cNvPr>
            <p:cNvSpPr/>
            <p:nvPr/>
          </p:nvSpPr>
          <p:spPr>
            <a:xfrm>
              <a:off x="903225" y="244200"/>
              <a:ext cx="25" cy="51175"/>
            </a:xfrm>
            <a:custGeom>
              <a:avLst/>
              <a:gdLst/>
              <a:ahLst/>
              <a:cxnLst/>
              <a:rect l="l" t="t" r="r" b="b"/>
              <a:pathLst>
                <a:path w="1" h="2047" fill="none" extrusionOk="0">
                  <a:moveTo>
                    <a:pt x="0" y="1"/>
                  </a:moveTo>
                  <a:lnTo>
                    <a:pt x="0" y="2046"/>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212454857"/>
      </p:ext>
    </p:extLst>
  </p:cSld>
  <p:clrMapOvr>
    <a:masterClrMapping/>
  </p:clrMapOvr>
  <p:transition>
    <p:fade thruBlk="1"/>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754F9A-C08C-A879-0690-BA6831B4E2A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ADA2C9C-56B4-A66D-3788-321D78FEF275}"/>
              </a:ext>
            </a:extLst>
          </p:cNvPr>
          <p:cNvSpPr>
            <a:spLocks noGrp="1"/>
          </p:cNvSpPr>
          <p:nvPr>
            <p:ph type="title"/>
          </p:nvPr>
        </p:nvSpPr>
        <p:spPr/>
        <p:txBody>
          <a:bodyPr/>
          <a:lstStyle/>
          <a:p>
            <a:r>
              <a:rPr lang="en-PH" dirty="0"/>
              <a:t>The Anatomy of Code</a:t>
            </a:r>
            <a:endParaRPr lang="en-PH" dirty="0">
              <a:latin typeface="Roboto Condensed" panose="02000000000000000000" pitchFamily="2" charset="0"/>
              <a:ea typeface="Roboto Condensed" panose="02000000000000000000" pitchFamily="2" charset="0"/>
              <a:cs typeface="Roboto Condensed" panose="02000000000000000000" pitchFamily="2" charset="0"/>
            </a:endParaRPr>
          </a:p>
        </p:txBody>
      </p:sp>
      <p:sp>
        <p:nvSpPr>
          <p:cNvPr id="3" name="Text Placeholder 2">
            <a:extLst>
              <a:ext uri="{FF2B5EF4-FFF2-40B4-BE49-F238E27FC236}">
                <a16:creationId xmlns:a16="http://schemas.microsoft.com/office/drawing/2014/main" id="{E2918565-96E8-14B8-7F2D-7BEF9D574283}"/>
              </a:ext>
            </a:extLst>
          </p:cNvPr>
          <p:cNvSpPr>
            <a:spLocks noGrp="1"/>
          </p:cNvSpPr>
          <p:nvPr>
            <p:ph type="body" idx="1"/>
          </p:nvPr>
        </p:nvSpPr>
        <p:spPr>
          <a:xfrm>
            <a:off x="140124" y="1308259"/>
            <a:ext cx="8563151" cy="2724300"/>
          </a:xfrm>
        </p:spPr>
        <p:txBody>
          <a:bodyPr/>
          <a:lstStyle/>
          <a:p>
            <a:r>
              <a:rPr lang="en-PH" b="1" dirty="0">
                <a:latin typeface="Roboto Condensed" panose="02000000000000000000" pitchFamily="2" charset="0"/>
                <a:ea typeface="Roboto Condensed" panose="02000000000000000000" pitchFamily="2" charset="0"/>
                <a:cs typeface="Roboto Condensed" panose="02000000000000000000" pitchFamily="2" charset="0"/>
              </a:rPr>
              <a:t>Control Structures (The Brains of the Operation)</a:t>
            </a:r>
          </a:p>
          <a:p>
            <a:r>
              <a:rPr lang="en-PH" dirty="0">
                <a:latin typeface="Roboto Condensed" panose="02000000000000000000" pitchFamily="2" charset="0"/>
                <a:ea typeface="Roboto Condensed" panose="02000000000000000000" pitchFamily="2" charset="0"/>
                <a:cs typeface="Roboto Condensed" panose="02000000000000000000" pitchFamily="2" charset="0"/>
              </a:rPr>
              <a:t>Code normally runs straight down, line by line. Control structures allow your program to make decisions or repeat tasks.</a:t>
            </a:r>
          </a:p>
          <a:p>
            <a:pPr lvl="0"/>
            <a:r>
              <a:rPr lang="en-PH" b="1" dirty="0">
                <a:latin typeface="Roboto Condensed" panose="02000000000000000000" pitchFamily="2" charset="0"/>
                <a:ea typeface="Roboto Condensed" panose="02000000000000000000" pitchFamily="2" charset="0"/>
                <a:cs typeface="Roboto Condensed" panose="02000000000000000000" pitchFamily="2" charset="0"/>
              </a:rPr>
              <a:t>Conditionals (</a:t>
            </a:r>
            <a:r>
              <a:rPr lang="en-PH" sz="1800" b="1" dirty="0">
                <a:latin typeface="Roboto Condensed" panose="02000000000000000000" pitchFamily="2" charset="0"/>
                <a:ea typeface="Roboto Condensed" panose="02000000000000000000" pitchFamily="2" charset="0"/>
                <a:cs typeface="Roboto Condensed" panose="02000000000000000000" pitchFamily="2" charset="0"/>
              </a:rPr>
              <a:t>if/else</a:t>
            </a:r>
            <a:r>
              <a:rPr lang="en-PH" b="1" dirty="0">
                <a:latin typeface="Roboto Condensed" panose="02000000000000000000" pitchFamily="2" charset="0"/>
                <a:ea typeface="Roboto Condensed" panose="02000000000000000000" pitchFamily="2" charset="0"/>
                <a:cs typeface="Roboto Condensed" panose="02000000000000000000" pitchFamily="2" charset="0"/>
              </a:rPr>
              <a:t>):</a:t>
            </a:r>
            <a:r>
              <a:rPr lang="en-PH" dirty="0">
                <a:latin typeface="Roboto Condensed" panose="02000000000000000000" pitchFamily="2" charset="0"/>
                <a:ea typeface="Roboto Condensed" panose="02000000000000000000" pitchFamily="2" charset="0"/>
                <a:cs typeface="Roboto Condensed" panose="02000000000000000000" pitchFamily="2" charset="0"/>
              </a:rPr>
              <a:t> Tells the program to branch based on a condition.</a:t>
            </a:r>
          </a:p>
          <a:p>
            <a:pPr lvl="0"/>
            <a:r>
              <a:rPr lang="en-PH" i="1" dirty="0">
                <a:latin typeface="Roboto Condensed" panose="02000000000000000000" pitchFamily="2" charset="0"/>
                <a:ea typeface="Roboto Condensed" panose="02000000000000000000" pitchFamily="2" charset="0"/>
                <a:cs typeface="Roboto Condensed" panose="02000000000000000000" pitchFamily="2" charset="0"/>
              </a:rPr>
              <a:t>Example:</a:t>
            </a:r>
            <a:r>
              <a:rPr lang="en-PH" dirty="0">
                <a:latin typeface="Roboto Condensed" panose="02000000000000000000" pitchFamily="2" charset="0"/>
                <a:ea typeface="Roboto Condensed" panose="02000000000000000000" pitchFamily="2" charset="0"/>
                <a:cs typeface="Roboto Condensed" panose="02000000000000000000" pitchFamily="2" charset="0"/>
              </a:rPr>
              <a:t> </a:t>
            </a:r>
            <a:r>
              <a:rPr lang="en-PH" sz="1800" dirty="0">
                <a:latin typeface="Roboto Condensed" panose="02000000000000000000" pitchFamily="2" charset="0"/>
                <a:ea typeface="Roboto Condensed" panose="02000000000000000000" pitchFamily="2" charset="0"/>
                <a:cs typeface="Roboto Condensed" panose="02000000000000000000" pitchFamily="2" charset="0"/>
              </a:rPr>
              <a:t>if (</a:t>
            </a:r>
            <a:r>
              <a:rPr lang="en-PH" sz="1800" dirty="0" err="1">
                <a:latin typeface="Roboto Condensed" panose="02000000000000000000" pitchFamily="2" charset="0"/>
                <a:ea typeface="Roboto Condensed" panose="02000000000000000000" pitchFamily="2" charset="0"/>
                <a:cs typeface="Roboto Condensed" panose="02000000000000000000" pitchFamily="2" charset="0"/>
              </a:rPr>
              <a:t>studentGrade</a:t>
            </a:r>
            <a:r>
              <a:rPr lang="en-PH" sz="1800" dirty="0">
                <a:latin typeface="Roboto Condensed" panose="02000000000000000000" pitchFamily="2" charset="0"/>
                <a:ea typeface="Roboto Condensed" panose="02000000000000000000" pitchFamily="2" charset="0"/>
                <a:cs typeface="Roboto Condensed" panose="02000000000000000000" pitchFamily="2" charset="0"/>
              </a:rPr>
              <a:t> &gt;= 75) { </a:t>
            </a:r>
            <a:r>
              <a:rPr lang="en-PH" sz="1800" dirty="0" err="1">
                <a:latin typeface="Roboto Condensed" panose="02000000000000000000" pitchFamily="2" charset="0"/>
                <a:ea typeface="Roboto Condensed" panose="02000000000000000000" pitchFamily="2" charset="0"/>
                <a:cs typeface="Roboto Condensed" panose="02000000000000000000" pitchFamily="2" charset="0"/>
              </a:rPr>
              <a:t>System.out.println</a:t>
            </a:r>
            <a:r>
              <a:rPr lang="en-PH" sz="1800" dirty="0">
                <a:latin typeface="Roboto Condensed" panose="02000000000000000000" pitchFamily="2" charset="0"/>
                <a:ea typeface="Roboto Condensed" panose="02000000000000000000" pitchFamily="2" charset="0"/>
                <a:cs typeface="Roboto Condensed" panose="02000000000000000000" pitchFamily="2" charset="0"/>
              </a:rPr>
              <a:t>("Pass");  } else { </a:t>
            </a:r>
          </a:p>
          <a:p>
            <a:pPr lvl="0"/>
            <a:r>
              <a:rPr lang="en-PH" sz="1800" dirty="0">
                <a:latin typeface="Roboto Condensed" panose="02000000000000000000" pitchFamily="2" charset="0"/>
                <a:ea typeface="Roboto Condensed" panose="02000000000000000000" pitchFamily="2" charset="0"/>
                <a:cs typeface="Roboto Condensed" panose="02000000000000000000" pitchFamily="2" charset="0"/>
              </a:rPr>
              <a:t>    </a:t>
            </a:r>
            <a:r>
              <a:rPr lang="en-PH" sz="1800" dirty="0" err="1">
                <a:latin typeface="Roboto Condensed" panose="02000000000000000000" pitchFamily="2" charset="0"/>
                <a:ea typeface="Roboto Condensed" panose="02000000000000000000" pitchFamily="2" charset="0"/>
                <a:cs typeface="Roboto Condensed" panose="02000000000000000000" pitchFamily="2" charset="0"/>
              </a:rPr>
              <a:t>System.out.println</a:t>
            </a:r>
            <a:r>
              <a:rPr lang="en-PH" sz="1800" dirty="0">
                <a:latin typeface="Roboto Condensed" panose="02000000000000000000" pitchFamily="2" charset="0"/>
                <a:ea typeface="Roboto Condensed" panose="02000000000000000000" pitchFamily="2" charset="0"/>
                <a:cs typeface="Roboto Condensed" panose="02000000000000000000" pitchFamily="2" charset="0"/>
              </a:rPr>
              <a:t>("Fail");  }</a:t>
            </a:r>
          </a:p>
          <a:p>
            <a:pPr lvl="0"/>
            <a:r>
              <a:rPr lang="en-PH" b="1" dirty="0">
                <a:latin typeface="Roboto Condensed" panose="02000000000000000000" pitchFamily="2" charset="0"/>
                <a:ea typeface="Roboto Condensed" panose="02000000000000000000" pitchFamily="2" charset="0"/>
                <a:cs typeface="Roboto Condensed" panose="02000000000000000000" pitchFamily="2" charset="0"/>
              </a:rPr>
              <a:t>Loops (</a:t>
            </a:r>
            <a:r>
              <a:rPr lang="en-PH" sz="1800" b="1" dirty="0">
                <a:latin typeface="Roboto Condensed" panose="02000000000000000000" pitchFamily="2" charset="0"/>
                <a:ea typeface="Roboto Condensed" panose="02000000000000000000" pitchFamily="2" charset="0"/>
                <a:cs typeface="Roboto Condensed" panose="02000000000000000000" pitchFamily="2" charset="0"/>
              </a:rPr>
              <a:t>for</a:t>
            </a:r>
            <a:r>
              <a:rPr lang="en-PH" b="1" dirty="0">
                <a:latin typeface="Roboto Condensed" panose="02000000000000000000" pitchFamily="2" charset="0"/>
                <a:ea typeface="Roboto Condensed" panose="02000000000000000000" pitchFamily="2" charset="0"/>
                <a:cs typeface="Roboto Condensed" panose="02000000000000000000" pitchFamily="2" charset="0"/>
              </a:rPr>
              <a:t>, </a:t>
            </a:r>
            <a:r>
              <a:rPr lang="en-PH" sz="1800" b="1" dirty="0">
                <a:latin typeface="Roboto Condensed" panose="02000000000000000000" pitchFamily="2" charset="0"/>
                <a:ea typeface="Roboto Condensed" panose="02000000000000000000" pitchFamily="2" charset="0"/>
                <a:cs typeface="Roboto Condensed" panose="02000000000000000000" pitchFamily="2" charset="0"/>
              </a:rPr>
              <a:t>while</a:t>
            </a:r>
            <a:r>
              <a:rPr lang="en-PH" b="1" dirty="0">
                <a:latin typeface="Roboto Condensed" panose="02000000000000000000" pitchFamily="2" charset="0"/>
                <a:ea typeface="Roboto Condensed" panose="02000000000000000000" pitchFamily="2" charset="0"/>
                <a:cs typeface="Roboto Condensed" panose="02000000000000000000" pitchFamily="2" charset="0"/>
              </a:rPr>
              <a:t>):</a:t>
            </a:r>
            <a:r>
              <a:rPr lang="en-PH" dirty="0">
                <a:latin typeface="Roboto Condensed" panose="02000000000000000000" pitchFamily="2" charset="0"/>
                <a:ea typeface="Roboto Condensed" panose="02000000000000000000" pitchFamily="2" charset="0"/>
                <a:cs typeface="Roboto Condensed" panose="02000000000000000000" pitchFamily="2" charset="0"/>
              </a:rPr>
              <a:t> Automates repetitive tasks. If you need to print 100 student records from a database, you don't write 100 lines of code; you write one loop that runs 100 times.</a:t>
            </a:r>
          </a:p>
        </p:txBody>
      </p:sp>
      <p:sp>
        <p:nvSpPr>
          <p:cNvPr id="5" name="Slide Number Placeholder 4">
            <a:extLst>
              <a:ext uri="{FF2B5EF4-FFF2-40B4-BE49-F238E27FC236}">
                <a16:creationId xmlns:a16="http://schemas.microsoft.com/office/drawing/2014/main" id="{69D920A9-F69F-E0A5-3295-860A40006119}"/>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t>8</a:t>
            </a:fld>
            <a:endParaRPr lang="en-GB"/>
          </a:p>
        </p:txBody>
      </p:sp>
      <p:grpSp>
        <p:nvGrpSpPr>
          <p:cNvPr id="6" name="Google Shape;194;p12">
            <a:extLst>
              <a:ext uri="{FF2B5EF4-FFF2-40B4-BE49-F238E27FC236}">
                <a16:creationId xmlns:a16="http://schemas.microsoft.com/office/drawing/2014/main" id="{6A6F1D18-B4B5-4F47-5B37-50F1BAA02DBA}"/>
              </a:ext>
            </a:extLst>
          </p:cNvPr>
          <p:cNvGrpSpPr/>
          <p:nvPr/>
        </p:nvGrpSpPr>
        <p:grpSpPr>
          <a:xfrm>
            <a:off x="293683" y="574116"/>
            <a:ext cx="309041" cy="403123"/>
            <a:chOff x="590250" y="244200"/>
            <a:chExt cx="407975" cy="532175"/>
          </a:xfrm>
        </p:grpSpPr>
        <p:sp>
          <p:nvSpPr>
            <p:cNvPr id="7" name="Google Shape;195;p12">
              <a:extLst>
                <a:ext uri="{FF2B5EF4-FFF2-40B4-BE49-F238E27FC236}">
                  <a16:creationId xmlns:a16="http://schemas.microsoft.com/office/drawing/2014/main" id="{B26D4BF0-1D0A-369E-AE81-411A86B540C8}"/>
                </a:ext>
              </a:extLst>
            </p:cNvPr>
            <p:cNvSpPr/>
            <p:nvPr/>
          </p:nvSpPr>
          <p:spPr>
            <a:xfrm>
              <a:off x="623125" y="313625"/>
              <a:ext cx="375100" cy="462750"/>
            </a:xfrm>
            <a:custGeom>
              <a:avLst/>
              <a:gdLst/>
              <a:ahLst/>
              <a:cxnLst/>
              <a:rect l="l" t="t" r="r" b="b"/>
              <a:pathLst>
                <a:path w="15004" h="18510" fill="none" extrusionOk="0">
                  <a:moveTo>
                    <a:pt x="1" y="17536"/>
                  </a:moveTo>
                  <a:lnTo>
                    <a:pt x="1" y="17536"/>
                  </a:lnTo>
                  <a:lnTo>
                    <a:pt x="1" y="17536"/>
                  </a:lnTo>
                  <a:lnTo>
                    <a:pt x="25" y="17682"/>
                  </a:lnTo>
                  <a:lnTo>
                    <a:pt x="49" y="17852"/>
                  </a:lnTo>
                  <a:lnTo>
                    <a:pt x="123" y="18023"/>
                  </a:lnTo>
                  <a:lnTo>
                    <a:pt x="220" y="18193"/>
                  </a:lnTo>
                  <a:lnTo>
                    <a:pt x="293" y="18291"/>
                  </a:lnTo>
                  <a:lnTo>
                    <a:pt x="390" y="18364"/>
                  </a:lnTo>
                  <a:lnTo>
                    <a:pt x="488" y="18412"/>
                  </a:lnTo>
                  <a:lnTo>
                    <a:pt x="610" y="18461"/>
                  </a:lnTo>
                  <a:lnTo>
                    <a:pt x="756" y="18510"/>
                  </a:lnTo>
                  <a:lnTo>
                    <a:pt x="926" y="18510"/>
                  </a:lnTo>
                  <a:lnTo>
                    <a:pt x="14468" y="18510"/>
                  </a:lnTo>
                  <a:lnTo>
                    <a:pt x="14468" y="18510"/>
                  </a:lnTo>
                  <a:lnTo>
                    <a:pt x="14541" y="18510"/>
                  </a:lnTo>
                  <a:lnTo>
                    <a:pt x="14614" y="18485"/>
                  </a:lnTo>
                  <a:lnTo>
                    <a:pt x="14736" y="18412"/>
                  </a:lnTo>
                  <a:lnTo>
                    <a:pt x="14833" y="18291"/>
                  </a:lnTo>
                  <a:lnTo>
                    <a:pt x="14906" y="18144"/>
                  </a:lnTo>
                  <a:lnTo>
                    <a:pt x="14955" y="17974"/>
                  </a:lnTo>
                  <a:lnTo>
                    <a:pt x="14979" y="17779"/>
                  </a:lnTo>
                  <a:lnTo>
                    <a:pt x="15003" y="17438"/>
                  </a:lnTo>
                  <a:lnTo>
                    <a:pt x="15003" y="487"/>
                  </a:lnTo>
                  <a:lnTo>
                    <a:pt x="15003" y="487"/>
                  </a:lnTo>
                  <a:lnTo>
                    <a:pt x="15003" y="341"/>
                  </a:lnTo>
                  <a:lnTo>
                    <a:pt x="14979" y="219"/>
                  </a:lnTo>
                  <a:lnTo>
                    <a:pt x="14955" y="146"/>
                  </a:lnTo>
                  <a:lnTo>
                    <a:pt x="14906" y="73"/>
                  </a:lnTo>
                  <a:lnTo>
                    <a:pt x="14833" y="49"/>
                  </a:lnTo>
                  <a:lnTo>
                    <a:pt x="14736" y="24"/>
                  </a:lnTo>
                  <a:lnTo>
                    <a:pt x="14468" y="0"/>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196;p12">
              <a:extLst>
                <a:ext uri="{FF2B5EF4-FFF2-40B4-BE49-F238E27FC236}">
                  <a16:creationId xmlns:a16="http://schemas.microsoft.com/office/drawing/2014/main" id="{62D2DC37-ECA8-7224-8B8B-F49920D96F83}"/>
                </a:ext>
              </a:extLst>
            </p:cNvPr>
            <p:cNvSpPr/>
            <p:nvPr/>
          </p:nvSpPr>
          <p:spPr>
            <a:xfrm>
              <a:off x="590250" y="269775"/>
              <a:ext cx="377525" cy="462775"/>
            </a:xfrm>
            <a:custGeom>
              <a:avLst/>
              <a:gdLst/>
              <a:ahLst/>
              <a:cxnLst/>
              <a:rect l="l" t="t" r="r" b="b"/>
              <a:pathLst>
                <a:path w="15101" h="18511" fill="none" extrusionOk="0">
                  <a:moveTo>
                    <a:pt x="14321" y="0"/>
                  </a:moveTo>
                  <a:lnTo>
                    <a:pt x="780" y="0"/>
                  </a:lnTo>
                  <a:lnTo>
                    <a:pt x="780" y="0"/>
                  </a:lnTo>
                  <a:lnTo>
                    <a:pt x="634" y="25"/>
                  </a:lnTo>
                  <a:lnTo>
                    <a:pt x="488" y="74"/>
                  </a:lnTo>
                  <a:lnTo>
                    <a:pt x="342" y="122"/>
                  </a:lnTo>
                  <a:lnTo>
                    <a:pt x="220" y="220"/>
                  </a:lnTo>
                  <a:lnTo>
                    <a:pt x="122" y="341"/>
                  </a:lnTo>
                  <a:lnTo>
                    <a:pt x="74" y="488"/>
                  </a:lnTo>
                  <a:lnTo>
                    <a:pt x="25" y="634"/>
                  </a:lnTo>
                  <a:lnTo>
                    <a:pt x="1" y="780"/>
                  </a:lnTo>
                  <a:lnTo>
                    <a:pt x="1" y="17731"/>
                  </a:lnTo>
                  <a:lnTo>
                    <a:pt x="1" y="17731"/>
                  </a:lnTo>
                  <a:lnTo>
                    <a:pt x="25" y="17877"/>
                  </a:lnTo>
                  <a:lnTo>
                    <a:pt x="74" y="18023"/>
                  </a:lnTo>
                  <a:lnTo>
                    <a:pt x="122" y="18169"/>
                  </a:lnTo>
                  <a:lnTo>
                    <a:pt x="220" y="18291"/>
                  </a:lnTo>
                  <a:lnTo>
                    <a:pt x="342" y="18388"/>
                  </a:lnTo>
                  <a:lnTo>
                    <a:pt x="488" y="18437"/>
                  </a:lnTo>
                  <a:lnTo>
                    <a:pt x="634" y="18486"/>
                  </a:lnTo>
                  <a:lnTo>
                    <a:pt x="780" y="18510"/>
                  </a:lnTo>
                  <a:lnTo>
                    <a:pt x="14321" y="18510"/>
                  </a:lnTo>
                  <a:lnTo>
                    <a:pt x="14321" y="18510"/>
                  </a:lnTo>
                  <a:lnTo>
                    <a:pt x="14467" y="18486"/>
                  </a:lnTo>
                  <a:lnTo>
                    <a:pt x="14614" y="18437"/>
                  </a:lnTo>
                  <a:lnTo>
                    <a:pt x="14760" y="18388"/>
                  </a:lnTo>
                  <a:lnTo>
                    <a:pt x="14881" y="18291"/>
                  </a:lnTo>
                  <a:lnTo>
                    <a:pt x="14979" y="18169"/>
                  </a:lnTo>
                  <a:lnTo>
                    <a:pt x="15028" y="18023"/>
                  </a:lnTo>
                  <a:lnTo>
                    <a:pt x="15076" y="17877"/>
                  </a:lnTo>
                  <a:lnTo>
                    <a:pt x="15101" y="17731"/>
                  </a:lnTo>
                  <a:lnTo>
                    <a:pt x="15101" y="780"/>
                  </a:lnTo>
                  <a:lnTo>
                    <a:pt x="15101" y="780"/>
                  </a:lnTo>
                  <a:lnTo>
                    <a:pt x="15076" y="634"/>
                  </a:lnTo>
                  <a:lnTo>
                    <a:pt x="15028" y="488"/>
                  </a:lnTo>
                  <a:lnTo>
                    <a:pt x="14979" y="341"/>
                  </a:lnTo>
                  <a:lnTo>
                    <a:pt x="14881" y="220"/>
                  </a:lnTo>
                  <a:lnTo>
                    <a:pt x="14760" y="122"/>
                  </a:lnTo>
                  <a:lnTo>
                    <a:pt x="14614" y="74"/>
                  </a:lnTo>
                  <a:lnTo>
                    <a:pt x="14467" y="25"/>
                  </a:lnTo>
                  <a:lnTo>
                    <a:pt x="14321" y="0"/>
                  </a:lnTo>
                  <a:lnTo>
                    <a:pt x="14321" y="0"/>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197;p12">
              <a:extLst>
                <a:ext uri="{FF2B5EF4-FFF2-40B4-BE49-F238E27FC236}">
                  <a16:creationId xmlns:a16="http://schemas.microsoft.com/office/drawing/2014/main" id="{5F08663E-58B5-3965-C6DD-E32F1F26243E}"/>
                </a:ext>
              </a:extLst>
            </p:cNvPr>
            <p:cNvSpPr/>
            <p:nvPr/>
          </p:nvSpPr>
          <p:spPr>
            <a:xfrm>
              <a:off x="796650" y="274025"/>
              <a:ext cx="45100" cy="45100"/>
            </a:xfrm>
            <a:custGeom>
              <a:avLst/>
              <a:gdLst/>
              <a:ahLst/>
              <a:cxnLst/>
              <a:rect l="l" t="t" r="r" b="b"/>
              <a:pathLst>
                <a:path w="1804" h="1804" fill="none" extrusionOk="0">
                  <a:moveTo>
                    <a:pt x="902" y="1"/>
                  </a:moveTo>
                  <a:lnTo>
                    <a:pt x="902" y="1"/>
                  </a:lnTo>
                  <a:lnTo>
                    <a:pt x="1073" y="25"/>
                  </a:lnTo>
                  <a:lnTo>
                    <a:pt x="1243" y="74"/>
                  </a:lnTo>
                  <a:lnTo>
                    <a:pt x="1414" y="147"/>
                  </a:lnTo>
                  <a:lnTo>
                    <a:pt x="1535" y="269"/>
                  </a:lnTo>
                  <a:lnTo>
                    <a:pt x="1657" y="391"/>
                  </a:lnTo>
                  <a:lnTo>
                    <a:pt x="1730" y="561"/>
                  </a:lnTo>
                  <a:lnTo>
                    <a:pt x="1779" y="732"/>
                  </a:lnTo>
                  <a:lnTo>
                    <a:pt x="1803" y="902"/>
                  </a:lnTo>
                  <a:lnTo>
                    <a:pt x="1803" y="902"/>
                  </a:lnTo>
                  <a:lnTo>
                    <a:pt x="1779" y="1073"/>
                  </a:lnTo>
                  <a:lnTo>
                    <a:pt x="1730" y="1243"/>
                  </a:lnTo>
                  <a:lnTo>
                    <a:pt x="1657" y="1414"/>
                  </a:lnTo>
                  <a:lnTo>
                    <a:pt x="1535" y="1535"/>
                  </a:lnTo>
                  <a:lnTo>
                    <a:pt x="1414" y="1657"/>
                  </a:lnTo>
                  <a:lnTo>
                    <a:pt x="1243" y="1730"/>
                  </a:lnTo>
                  <a:lnTo>
                    <a:pt x="1073" y="1779"/>
                  </a:lnTo>
                  <a:lnTo>
                    <a:pt x="902" y="1803"/>
                  </a:lnTo>
                  <a:lnTo>
                    <a:pt x="902" y="1803"/>
                  </a:lnTo>
                  <a:lnTo>
                    <a:pt x="732" y="1779"/>
                  </a:lnTo>
                  <a:lnTo>
                    <a:pt x="561" y="1730"/>
                  </a:lnTo>
                  <a:lnTo>
                    <a:pt x="391" y="1657"/>
                  </a:lnTo>
                  <a:lnTo>
                    <a:pt x="269" y="1535"/>
                  </a:lnTo>
                  <a:lnTo>
                    <a:pt x="147" y="1414"/>
                  </a:lnTo>
                  <a:lnTo>
                    <a:pt x="74" y="1243"/>
                  </a:lnTo>
                  <a:lnTo>
                    <a:pt x="25" y="1073"/>
                  </a:lnTo>
                  <a:lnTo>
                    <a:pt x="1" y="902"/>
                  </a:lnTo>
                  <a:lnTo>
                    <a:pt x="1" y="902"/>
                  </a:lnTo>
                  <a:lnTo>
                    <a:pt x="25" y="732"/>
                  </a:lnTo>
                  <a:lnTo>
                    <a:pt x="74" y="561"/>
                  </a:lnTo>
                  <a:lnTo>
                    <a:pt x="147" y="391"/>
                  </a:lnTo>
                  <a:lnTo>
                    <a:pt x="269" y="269"/>
                  </a:lnTo>
                  <a:lnTo>
                    <a:pt x="391" y="147"/>
                  </a:lnTo>
                  <a:lnTo>
                    <a:pt x="561" y="74"/>
                  </a:lnTo>
                  <a:lnTo>
                    <a:pt x="732" y="25"/>
                  </a:lnTo>
                  <a:lnTo>
                    <a:pt x="902" y="1"/>
                  </a:lnTo>
                  <a:lnTo>
                    <a:pt x="902"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198;p12">
              <a:extLst>
                <a:ext uri="{FF2B5EF4-FFF2-40B4-BE49-F238E27FC236}">
                  <a16:creationId xmlns:a16="http://schemas.microsoft.com/office/drawing/2014/main" id="{3289E402-78B9-2A92-921A-2526BBDB5DAE}"/>
                </a:ext>
              </a:extLst>
            </p:cNvPr>
            <p:cNvSpPr/>
            <p:nvPr/>
          </p:nvSpPr>
          <p:spPr>
            <a:xfrm>
              <a:off x="713850" y="274025"/>
              <a:ext cx="45075" cy="45100"/>
            </a:xfrm>
            <a:custGeom>
              <a:avLst/>
              <a:gdLst/>
              <a:ahLst/>
              <a:cxnLst/>
              <a:rect l="l" t="t" r="r" b="b"/>
              <a:pathLst>
                <a:path w="1803" h="1804" fill="none" extrusionOk="0">
                  <a:moveTo>
                    <a:pt x="902" y="1"/>
                  </a:moveTo>
                  <a:lnTo>
                    <a:pt x="902" y="1"/>
                  </a:lnTo>
                  <a:lnTo>
                    <a:pt x="1072" y="25"/>
                  </a:lnTo>
                  <a:lnTo>
                    <a:pt x="1243" y="74"/>
                  </a:lnTo>
                  <a:lnTo>
                    <a:pt x="1413" y="147"/>
                  </a:lnTo>
                  <a:lnTo>
                    <a:pt x="1535" y="269"/>
                  </a:lnTo>
                  <a:lnTo>
                    <a:pt x="1657" y="391"/>
                  </a:lnTo>
                  <a:lnTo>
                    <a:pt x="1730" y="561"/>
                  </a:lnTo>
                  <a:lnTo>
                    <a:pt x="1779" y="732"/>
                  </a:lnTo>
                  <a:lnTo>
                    <a:pt x="1803" y="902"/>
                  </a:lnTo>
                  <a:lnTo>
                    <a:pt x="1803" y="902"/>
                  </a:lnTo>
                  <a:lnTo>
                    <a:pt x="1779" y="1073"/>
                  </a:lnTo>
                  <a:lnTo>
                    <a:pt x="1730" y="1243"/>
                  </a:lnTo>
                  <a:lnTo>
                    <a:pt x="1657" y="1414"/>
                  </a:lnTo>
                  <a:lnTo>
                    <a:pt x="1535" y="1535"/>
                  </a:lnTo>
                  <a:lnTo>
                    <a:pt x="1413" y="1657"/>
                  </a:lnTo>
                  <a:lnTo>
                    <a:pt x="1243" y="1730"/>
                  </a:lnTo>
                  <a:lnTo>
                    <a:pt x="1072" y="1779"/>
                  </a:lnTo>
                  <a:lnTo>
                    <a:pt x="902" y="1803"/>
                  </a:lnTo>
                  <a:lnTo>
                    <a:pt x="902" y="1803"/>
                  </a:lnTo>
                  <a:lnTo>
                    <a:pt x="731" y="1779"/>
                  </a:lnTo>
                  <a:lnTo>
                    <a:pt x="561" y="1730"/>
                  </a:lnTo>
                  <a:lnTo>
                    <a:pt x="390" y="1657"/>
                  </a:lnTo>
                  <a:lnTo>
                    <a:pt x="269" y="1535"/>
                  </a:lnTo>
                  <a:lnTo>
                    <a:pt x="147" y="1414"/>
                  </a:lnTo>
                  <a:lnTo>
                    <a:pt x="74" y="1243"/>
                  </a:lnTo>
                  <a:lnTo>
                    <a:pt x="25" y="1073"/>
                  </a:lnTo>
                  <a:lnTo>
                    <a:pt x="1" y="902"/>
                  </a:lnTo>
                  <a:lnTo>
                    <a:pt x="1" y="902"/>
                  </a:lnTo>
                  <a:lnTo>
                    <a:pt x="25" y="732"/>
                  </a:lnTo>
                  <a:lnTo>
                    <a:pt x="74" y="561"/>
                  </a:lnTo>
                  <a:lnTo>
                    <a:pt x="147" y="391"/>
                  </a:lnTo>
                  <a:lnTo>
                    <a:pt x="269" y="269"/>
                  </a:lnTo>
                  <a:lnTo>
                    <a:pt x="390" y="147"/>
                  </a:lnTo>
                  <a:lnTo>
                    <a:pt x="561" y="74"/>
                  </a:lnTo>
                  <a:lnTo>
                    <a:pt x="731" y="25"/>
                  </a:lnTo>
                  <a:lnTo>
                    <a:pt x="902" y="1"/>
                  </a:lnTo>
                  <a:lnTo>
                    <a:pt x="902"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99;p12">
              <a:extLst>
                <a:ext uri="{FF2B5EF4-FFF2-40B4-BE49-F238E27FC236}">
                  <a16:creationId xmlns:a16="http://schemas.microsoft.com/office/drawing/2014/main" id="{10FE3422-8CE9-322C-1682-448ECEE1E2C8}"/>
                </a:ext>
              </a:extLst>
            </p:cNvPr>
            <p:cNvSpPr/>
            <p:nvPr/>
          </p:nvSpPr>
          <p:spPr>
            <a:xfrm>
              <a:off x="631050" y="274025"/>
              <a:ext cx="45075" cy="45100"/>
            </a:xfrm>
            <a:custGeom>
              <a:avLst/>
              <a:gdLst/>
              <a:ahLst/>
              <a:cxnLst/>
              <a:rect l="l" t="t" r="r" b="b"/>
              <a:pathLst>
                <a:path w="1803" h="1804" fill="none" extrusionOk="0">
                  <a:moveTo>
                    <a:pt x="0" y="902"/>
                  </a:moveTo>
                  <a:lnTo>
                    <a:pt x="0" y="902"/>
                  </a:lnTo>
                  <a:lnTo>
                    <a:pt x="25" y="732"/>
                  </a:lnTo>
                  <a:lnTo>
                    <a:pt x="73" y="561"/>
                  </a:lnTo>
                  <a:lnTo>
                    <a:pt x="147" y="391"/>
                  </a:lnTo>
                  <a:lnTo>
                    <a:pt x="268" y="269"/>
                  </a:lnTo>
                  <a:lnTo>
                    <a:pt x="390" y="147"/>
                  </a:lnTo>
                  <a:lnTo>
                    <a:pt x="561" y="74"/>
                  </a:lnTo>
                  <a:lnTo>
                    <a:pt x="731" y="25"/>
                  </a:lnTo>
                  <a:lnTo>
                    <a:pt x="902" y="1"/>
                  </a:lnTo>
                  <a:lnTo>
                    <a:pt x="902" y="1"/>
                  </a:lnTo>
                  <a:lnTo>
                    <a:pt x="1072" y="25"/>
                  </a:lnTo>
                  <a:lnTo>
                    <a:pt x="1243" y="74"/>
                  </a:lnTo>
                  <a:lnTo>
                    <a:pt x="1413" y="147"/>
                  </a:lnTo>
                  <a:lnTo>
                    <a:pt x="1535" y="269"/>
                  </a:lnTo>
                  <a:lnTo>
                    <a:pt x="1657" y="391"/>
                  </a:lnTo>
                  <a:lnTo>
                    <a:pt x="1730" y="561"/>
                  </a:lnTo>
                  <a:lnTo>
                    <a:pt x="1778" y="732"/>
                  </a:lnTo>
                  <a:lnTo>
                    <a:pt x="1803" y="902"/>
                  </a:lnTo>
                  <a:lnTo>
                    <a:pt x="1803" y="902"/>
                  </a:lnTo>
                  <a:lnTo>
                    <a:pt x="1778" y="1073"/>
                  </a:lnTo>
                  <a:lnTo>
                    <a:pt x="1730" y="1243"/>
                  </a:lnTo>
                  <a:lnTo>
                    <a:pt x="1657" y="1414"/>
                  </a:lnTo>
                  <a:lnTo>
                    <a:pt x="1535" y="1535"/>
                  </a:lnTo>
                  <a:lnTo>
                    <a:pt x="1413" y="1657"/>
                  </a:lnTo>
                  <a:lnTo>
                    <a:pt x="1243" y="1730"/>
                  </a:lnTo>
                  <a:lnTo>
                    <a:pt x="1072" y="1779"/>
                  </a:lnTo>
                  <a:lnTo>
                    <a:pt x="902" y="1803"/>
                  </a:lnTo>
                  <a:lnTo>
                    <a:pt x="902" y="1803"/>
                  </a:lnTo>
                  <a:lnTo>
                    <a:pt x="731" y="1779"/>
                  </a:lnTo>
                  <a:lnTo>
                    <a:pt x="561" y="1730"/>
                  </a:lnTo>
                  <a:lnTo>
                    <a:pt x="390" y="1657"/>
                  </a:lnTo>
                  <a:lnTo>
                    <a:pt x="268" y="1535"/>
                  </a:lnTo>
                  <a:lnTo>
                    <a:pt x="147" y="1414"/>
                  </a:lnTo>
                  <a:lnTo>
                    <a:pt x="73" y="1243"/>
                  </a:lnTo>
                  <a:lnTo>
                    <a:pt x="25" y="1073"/>
                  </a:lnTo>
                  <a:lnTo>
                    <a:pt x="0" y="902"/>
                  </a:lnTo>
                  <a:lnTo>
                    <a:pt x="0" y="902"/>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200;p12">
              <a:extLst>
                <a:ext uri="{FF2B5EF4-FFF2-40B4-BE49-F238E27FC236}">
                  <a16:creationId xmlns:a16="http://schemas.microsoft.com/office/drawing/2014/main" id="{5F7A2984-3666-15C5-D07E-448A80209ECE}"/>
                </a:ext>
              </a:extLst>
            </p:cNvPr>
            <p:cNvSpPr/>
            <p:nvPr/>
          </p:nvSpPr>
          <p:spPr>
            <a:xfrm>
              <a:off x="649925" y="590050"/>
              <a:ext cx="133975" cy="25"/>
            </a:xfrm>
            <a:custGeom>
              <a:avLst/>
              <a:gdLst/>
              <a:ahLst/>
              <a:cxnLst/>
              <a:rect l="l" t="t" r="r" b="b"/>
              <a:pathLst>
                <a:path w="5359" h="1" fill="none" extrusionOk="0">
                  <a:moveTo>
                    <a:pt x="5358" y="0"/>
                  </a:moveTo>
                  <a:lnTo>
                    <a:pt x="0" y="0"/>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201;p12">
              <a:extLst>
                <a:ext uri="{FF2B5EF4-FFF2-40B4-BE49-F238E27FC236}">
                  <a16:creationId xmlns:a16="http://schemas.microsoft.com/office/drawing/2014/main" id="{7E66A80D-2BF5-7A30-2F6E-A41ED27D5DB0}"/>
                </a:ext>
              </a:extLst>
            </p:cNvPr>
            <p:cNvSpPr/>
            <p:nvPr/>
          </p:nvSpPr>
          <p:spPr>
            <a:xfrm>
              <a:off x="649925" y="534625"/>
              <a:ext cx="255750" cy="25"/>
            </a:xfrm>
            <a:custGeom>
              <a:avLst/>
              <a:gdLst/>
              <a:ahLst/>
              <a:cxnLst/>
              <a:rect l="l" t="t" r="r" b="b"/>
              <a:pathLst>
                <a:path w="10230" h="1" fill="none" extrusionOk="0">
                  <a:moveTo>
                    <a:pt x="10229" y="1"/>
                  </a:moveTo>
                  <a:lnTo>
                    <a:pt x="0"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202;p12">
              <a:extLst>
                <a:ext uri="{FF2B5EF4-FFF2-40B4-BE49-F238E27FC236}">
                  <a16:creationId xmlns:a16="http://schemas.microsoft.com/office/drawing/2014/main" id="{FB62FFD1-56DC-3C82-CB45-61D92CFDBC7A}"/>
                </a:ext>
              </a:extLst>
            </p:cNvPr>
            <p:cNvSpPr/>
            <p:nvPr/>
          </p:nvSpPr>
          <p:spPr>
            <a:xfrm>
              <a:off x="649925" y="479825"/>
              <a:ext cx="255750" cy="25"/>
            </a:xfrm>
            <a:custGeom>
              <a:avLst/>
              <a:gdLst/>
              <a:ahLst/>
              <a:cxnLst/>
              <a:rect l="l" t="t" r="r" b="b"/>
              <a:pathLst>
                <a:path w="10230" h="1" fill="none" extrusionOk="0">
                  <a:moveTo>
                    <a:pt x="10229" y="1"/>
                  </a:moveTo>
                  <a:lnTo>
                    <a:pt x="0"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203;p12">
              <a:extLst>
                <a:ext uri="{FF2B5EF4-FFF2-40B4-BE49-F238E27FC236}">
                  <a16:creationId xmlns:a16="http://schemas.microsoft.com/office/drawing/2014/main" id="{A9050F9F-801D-9CDA-37D3-383F1FA1ABBF}"/>
                </a:ext>
              </a:extLst>
            </p:cNvPr>
            <p:cNvSpPr/>
            <p:nvPr/>
          </p:nvSpPr>
          <p:spPr>
            <a:xfrm>
              <a:off x="649925" y="424425"/>
              <a:ext cx="255750" cy="25"/>
            </a:xfrm>
            <a:custGeom>
              <a:avLst/>
              <a:gdLst/>
              <a:ahLst/>
              <a:cxnLst/>
              <a:rect l="l" t="t" r="r" b="b"/>
              <a:pathLst>
                <a:path w="10230" h="1" fill="none" extrusionOk="0">
                  <a:moveTo>
                    <a:pt x="10229" y="1"/>
                  </a:moveTo>
                  <a:lnTo>
                    <a:pt x="0"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204;p12">
              <a:extLst>
                <a:ext uri="{FF2B5EF4-FFF2-40B4-BE49-F238E27FC236}">
                  <a16:creationId xmlns:a16="http://schemas.microsoft.com/office/drawing/2014/main" id="{9EAC9B3C-A36A-DFA9-C800-8AD119E4CD6A}"/>
                </a:ext>
              </a:extLst>
            </p:cNvPr>
            <p:cNvSpPr/>
            <p:nvPr/>
          </p:nvSpPr>
          <p:spPr>
            <a:xfrm>
              <a:off x="879475" y="274025"/>
              <a:ext cx="45075" cy="45100"/>
            </a:xfrm>
            <a:custGeom>
              <a:avLst/>
              <a:gdLst/>
              <a:ahLst/>
              <a:cxnLst/>
              <a:rect l="l" t="t" r="r" b="b"/>
              <a:pathLst>
                <a:path w="1803" h="1804" fill="none" extrusionOk="0">
                  <a:moveTo>
                    <a:pt x="901" y="1803"/>
                  </a:moveTo>
                  <a:lnTo>
                    <a:pt x="901" y="1803"/>
                  </a:lnTo>
                  <a:lnTo>
                    <a:pt x="731" y="1779"/>
                  </a:lnTo>
                  <a:lnTo>
                    <a:pt x="560" y="1730"/>
                  </a:lnTo>
                  <a:lnTo>
                    <a:pt x="390" y="1657"/>
                  </a:lnTo>
                  <a:lnTo>
                    <a:pt x="268" y="1535"/>
                  </a:lnTo>
                  <a:lnTo>
                    <a:pt x="146" y="1414"/>
                  </a:lnTo>
                  <a:lnTo>
                    <a:pt x="73" y="1243"/>
                  </a:lnTo>
                  <a:lnTo>
                    <a:pt x="25" y="1073"/>
                  </a:lnTo>
                  <a:lnTo>
                    <a:pt x="0" y="902"/>
                  </a:lnTo>
                  <a:lnTo>
                    <a:pt x="0" y="902"/>
                  </a:lnTo>
                  <a:lnTo>
                    <a:pt x="25" y="732"/>
                  </a:lnTo>
                  <a:lnTo>
                    <a:pt x="73" y="561"/>
                  </a:lnTo>
                  <a:lnTo>
                    <a:pt x="146" y="391"/>
                  </a:lnTo>
                  <a:lnTo>
                    <a:pt x="268" y="269"/>
                  </a:lnTo>
                  <a:lnTo>
                    <a:pt x="390" y="147"/>
                  </a:lnTo>
                  <a:lnTo>
                    <a:pt x="560" y="74"/>
                  </a:lnTo>
                  <a:lnTo>
                    <a:pt x="731" y="25"/>
                  </a:lnTo>
                  <a:lnTo>
                    <a:pt x="901" y="1"/>
                  </a:lnTo>
                  <a:lnTo>
                    <a:pt x="901" y="1"/>
                  </a:lnTo>
                  <a:lnTo>
                    <a:pt x="1072" y="25"/>
                  </a:lnTo>
                  <a:lnTo>
                    <a:pt x="1242" y="74"/>
                  </a:lnTo>
                  <a:lnTo>
                    <a:pt x="1413" y="147"/>
                  </a:lnTo>
                  <a:lnTo>
                    <a:pt x="1535" y="269"/>
                  </a:lnTo>
                  <a:lnTo>
                    <a:pt x="1656" y="391"/>
                  </a:lnTo>
                  <a:lnTo>
                    <a:pt x="1729" y="561"/>
                  </a:lnTo>
                  <a:lnTo>
                    <a:pt x="1778" y="732"/>
                  </a:lnTo>
                  <a:lnTo>
                    <a:pt x="1802" y="902"/>
                  </a:lnTo>
                  <a:lnTo>
                    <a:pt x="1802" y="902"/>
                  </a:lnTo>
                  <a:lnTo>
                    <a:pt x="1778" y="1073"/>
                  </a:lnTo>
                  <a:lnTo>
                    <a:pt x="1729" y="1243"/>
                  </a:lnTo>
                  <a:lnTo>
                    <a:pt x="1656" y="1414"/>
                  </a:lnTo>
                  <a:lnTo>
                    <a:pt x="1535" y="1535"/>
                  </a:lnTo>
                  <a:lnTo>
                    <a:pt x="1413" y="1657"/>
                  </a:lnTo>
                  <a:lnTo>
                    <a:pt x="1242" y="1730"/>
                  </a:lnTo>
                  <a:lnTo>
                    <a:pt x="1072" y="1779"/>
                  </a:lnTo>
                  <a:lnTo>
                    <a:pt x="901" y="1803"/>
                  </a:lnTo>
                  <a:lnTo>
                    <a:pt x="901" y="1803"/>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205;p12">
              <a:extLst>
                <a:ext uri="{FF2B5EF4-FFF2-40B4-BE49-F238E27FC236}">
                  <a16:creationId xmlns:a16="http://schemas.microsoft.com/office/drawing/2014/main" id="{F6376FD8-EE1F-2373-0252-5B962F4AA6FF}"/>
                </a:ext>
              </a:extLst>
            </p:cNvPr>
            <p:cNvSpPr/>
            <p:nvPr/>
          </p:nvSpPr>
          <p:spPr>
            <a:xfrm>
              <a:off x="654800" y="244200"/>
              <a:ext cx="25" cy="51175"/>
            </a:xfrm>
            <a:custGeom>
              <a:avLst/>
              <a:gdLst/>
              <a:ahLst/>
              <a:cxnLst/>
              <a:rect l="l" t="t" r="r" b="b"/>
              <a:pathLst>
                <a:path w="1" h="2047" fill="none" extrusionOk="0">
                  <a:moveTo>
                    <a:pt x="0" y="1"/>
                  </a:moveTo>
                  <a:lnTo>
                    <a:pt x="0" y="2046"/>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206;p12">
              <a:extLst>
                <a:ext uri="{FF2B5EF4-FFF2-40B4-BE49-F238E27FC236}">
                  <a16:creationId xmlns:a16="http://schemas.microsoft.com/office/drawing/2014/main" id="{8A0AA796-1755-C070-4DED-04F88E7777A5}"/>
                </a:ext>
              </a:extLst>
            </p:cNvPr>
            <p:cNvSpPr/>
            <p:nvPr/>
          </p:nvSpPr>
          <p:spPr>
            <a:xfrm>
              <a:off x="737600" y="244200"/>
              <a:ext cx="25" cy="51175"/>
            </a:xfrm>
            <a:custGeom>
              <a:avLst/>
              <a:gdLst/>
              <a:ahLst/>
              <a:cxnLst/>
              <a:rect l="l" t="t" r="r" b="b"/>
              <a:pathLst>
                <a:path w="1" h="2047" fill="none" extrusionOk="0">
                  <a:moveTo>
                    <a:pt x="1" y="1"/>
                  </a:moveTo>
                  <a:lnTo>
                    <a:pt x="1" y="2046"/>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207;p12">
              <a:extLst>
                <a:ext uri="{FF2B5EF4-FFF2-40B4-BE49-F238E27FC236}">
                  <a16:creationId xmlns:a16="http://schemas.microsoft.com/office/drawing/2014/main" id="{64005335-BEB2-88E4-6511-7AF8C6078DBB}"/>
                </a:ext>
              </a:extLst>
            </p:cNvPr>
            <p:cNvSpPr/>
            <p:nvPr/>
          </p:nvSpPr>
          <p:spPr>
            <a:xfrm>
              <a:off x="820400" y="244200"/>
              <a:ext cx="25" cy="51175"/>
            </a:xfrm>
            <a:custGeom>
              <a:avLst/>
              <a:gdLst/>
              <a:ahLst/>
              <a:cxnLst/>
              <a:rect l="l" t="t" r="r" b="b"/>
              <a:pathLst>
                <a:path w="1" h="2047" fill="none" extrusionOk="0">
                  <a:moveTo>
                    <a:pt x="1" y="1"/>
                  </a:moveTo>
                  <a:lnTo>
                    <a:pt x="1" y="2046"/>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8;p12">
              <a:extLst>
                <a:ext uri="{FF2B5EF4-FFF2-40B4-BE49-F238E27FC236}">
                  <a16:creationId xmlns:a16="http://schemas.microsoft.com/office/drawing/2014/main" id="{16303F74-9167-7F66-6D41-F69BD3128C99}"/>
                </a:ext>
              </a:extLst>
            </p:cNvPr>
            <p:cNvSpPr/>
            <p:nvPr/>
          </p:nvSpPr>
          <p:spPr>
            <a:xfrm>
              <a:off x="903225" y="244200"/>
              <a:ext cx="25" cy="51175"/>
            </a:xfrm>
            <a:custGeom>
              <a:avLst/>
              <a:gdLst/>
              <a:ahLst/>
              <a:cxnLst/>
              <a:rect l="l" t="t" r="r" b="b"/>
              <a:pathLst>
                <a:path w="1" h="2047" fill="none" extrusionOk="0">
                  <a:moveTo>
                    <a:pt x="0" y="1"/>
                  </a:moveTo>
                  <a:lnTo>
                    <a:pt x="0" y="2046"/>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4052829717"/>
      </p:ext>
    </p:extLst>
  </p:cSld>
  <p:clrMapOvr>
    <a:masterClrMapping/>
  </p:clrMapOvr>
  <p:transition>
    <p:fade thruBlk="1"/>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D6C5A2-667D-A1E2-9BC0-D5005EB2060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3AA953A-0612-FC40-68A9-5355E293D478}"/>
              </a:ext>
            </a:extLst>
          </p:cNvPr>
          <p:cNvSpPr>
            <a:spLocks noGrp="1"/>
          </p:cNvSpPr>
          <p:nvPr>
            <p:ph type="title"/>
          </p:nvPr>
        </p:nvSpPr>
        <p:spPr/>
        <p:txBody>
          <a:bodyPr/>
          <a:lstStyle/>
          <a:p>
            <a:r>
              <a:rPr lang="en-PH" dirty="0"/>
              <a:t>The Anatomy of Code</a:t>
            </a:r>
            <a:endParaRPr lang="en-PH" dirty="0">
              <a:latin typeface="Roboto Condensed" panose="02000000000000000000" pitchFamily="2" charset="0"/>
              <a:ea typeface="Roboto Condensed" panose="02000000000000000000" pitchFamily="2" charset="0"/>
              <a:cs typeface="Roboto Condensed" panose="02000000000000000000" pitchFamily="2" charset="0"/>
            </a:endParaRPr>
          </a:p>
        </p:txBody>
      </p:sp>
      <p:sp>
        <p:nvSpPr>
          <p:cNvPr id="3" name="Text Placeholder 2">
            <a:extLst>
              <a:ext uri="{FF2B5EF4-FFF2-40B4-BE49-F238E27FC236}">
                <a16:creationId xmlns:a16="http://schemas.microsoft.com/office/drawing/2014/main" id="{6265A126-71CD-B9DE-D444-69699071E647}"/>
              </a:ext>
            </a:extLst>
          </p:cNvPr>
          <p:cNvSpPr>
            <a:spLocks noGrp="1"/>
          </p:cNvSpPr>
          <p:nvPr>
            <p:ph type="body" idx="1"/>
          </p:nvPr>
        </p:nvSpPr>
        <p:spPr>
          <a:xfrm>
            <a:off x="140124" y="1308259"/>
            <a:ext cx="8563151" cy="2724300"/>
          </a:xfrm>
        </p:spPr>
        <p:txBody>
          <a:bodyPr/>
          <a:lstStyle/>
          <a:p>
            <a:r>
              <a:rPr lang="en-PH" b="1" dirty="0">
                <a:latin typeface="Roboto Condensed" panose="02000000000000000000" pitchFamily="2" charset="0"/>
                <a:ea typeface="Roboto Condensed" panose="02000000000000000000" pitchFamily="2" charset="0"/>
                <a:cs typeface="Roboto Condensed" panose="02000000000000000000" pitchFamily="2" charset="0"/>
              </a:rPr>
              <a:t>Syntax vs. Semantics:</a:t>
            </a:r>
            <a:endParaRPr lang="en-PH" dirty="0">
              <a:latin typeface="Roboto Condensed" panose="02000000000000000000" pitchFamily="2" charset="0"/>
              <a:ea typeface="Roboto Condensed" panose="02000000000000000000" pitchFamily="2" charset="0"/>
              <a:cs typeface="Roboto Condensed" panose="02000000000000000000" pitchFamily="2" charset="0"/>
            </a:endParaRPr>
          </a:p>
          <a:p>
            <a:pPr lvl="0"/>
            <a:r>
              <a:rPr lang="en-PH" b="1" dirty="0">
                <a:latin typeface="Roboto Condensed" panose="02000000000000000000" pitchFamily="2" charset="0"/>
                <a:ea typeface="Roboto Condensed" panose="02000000000000000000" pitchFamily="2" charset="0"/>
                <a:cs typeface="Roboto Condensed" panose="02000000000000000000" pitchFamily="2" charset="0"/>
              </a:rPr>
              <a:t>Syntax</a:t>
            </a:r>
            <a:r>
              <a:rPr lang="en-PH" dirty="0">
                <a:latin typeface="Roboto Condensed" panose="02000000000000000000" pitchFamily="2" charset="0"/>
                <a:ea typeface="Roboto Condensed" panose="02000000000000000000" pitchFamily="2" charset="0"/>
                <a:cs typeface="Roboto Condensed" panose="02000000000000000000" pitchFamily="2" charset="0"/>
              </a:rPr>
              <a:t> refers to the spelling and grammar rules of a specific programming language (e.g., remembering to put a semicolon at the end of a line in PHP or JavaScript).</a:t>
            </a:r>
          </a:p>
          <a:p>
            <a:pPr lvl="0"/>
            <a:r>
              <a:rPr lang="en-PH" b="1" dirty="0">
                <a:latin typeface="Roboto Condensed" panose="02000000000000000000" pitchFamily="2" charset="0"/>
                <a:ea typeface="Roboto Condensed" panose="02000000000000000000" pitchFamily="2" charset="0"/>
                <a:cs typeface="Roboto Condensed" panose="02000000000000000000" pitchFamily="2" charset="0"/>
              </a:rPr>
              <a:t>Semantics</a:t>
            </a:r>
            <a:r>
              <a:rPr lang="en-PH" dirty="0">
                <a:latin typeface="Roboto Condensed" panose="02000000000000000000" pitchFamily="2" charset="0"/>
                <a:ea typeface="Roboto Condensed" panose="02000000000000000000" pitchFamily="2" charset="0"/>
                <a:cs typeface="Roboto Condensed" panose="02000000000000000000" pitchFamily="2" charset="0"/>
              </a:rPr>
              <a:t> refers to the actual meaning or logic behind the code. Code can have perfect syntax but flawed semantics.</a:t>
            </a:r>
          </a:p>
        </p:txBody>
      </p:sp>
      <p:sp>
        <p:nvSpPr>
          <p:cNvPr id="5" name="Slide Number Placeholder 4">
            <a:extLst>
              <a:ext uri="{FF2B5EF4-FFF2-40B4-BE49-F238E27FC236}">
                <a16:creationId xmlns:a16="http://schemas.microsoft.com/office/drawing/2014/main" id="{CEDED750-1B65-F2DC-130B-50C637CD8512}"/>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t>9</a:t>
            </a:fld>
            <a:endParaRPr lang="en-GB"/>
          </a:p>
        </p:txBody>
      </p:sp>
      <p:grpSp>
        <p:nvGrpSpPr>
          <p:cNvPr id="6" name="Google Shape;194;p12">
            <a:extLst>
              <a:ext uri="{FF2B5EF4-FFF2-40B4-BE49-F238E27FC236}">
                <a16:creationId xmlns:a16="http://schemas.microsoft.com/office/drawing/2014/main" id="{4F86EA1F-A099-9EBE-A758-87A22F44FB8F}"/>
              </a:ext>
            </a:extLst>
          </p:cNvPr>
          <p:cNvGrpSpPr/>
          <p:nvPr/>
        </p:nvGrpSpPr>
        <p:grpSpPr>
          <a:xfrm>
            <a:off x="293683" y="574116"/>
            <a:ext cx="309041" cy="403123"/>
            <a:chOff x="590250" y="244200"/>
            <a:chExt cx="407975" cy="532175"/>
          </a:xfrm>
        </p:grpSpPr>
        <p:sp>
          <p:nvSpPr>
            <p:cNvPr id="7" name="Google Shape;195;p12">
              <a:extLst>
                <a:ext uri="{FF2B5EF4-FFF2-40B4-BE49-F238E27FC236}">
                  <a16:creationId xmlns:a16="http://schemas.microsoft.com/office/drawing/2014/main" id="{A1F71634-9701-4974-5DD3-928EC02CBCC6}"/>
                </a:ext>
              </a:extLst>
            </p:cNvPr>
            <p:cNvSpPr/>
            <p:nvPr/>
          </p:nvSpPr>
          <p:spPr>
            <a:xfrm>
              <a:off x="623125" y="313625"/>
              <a:ext cx="375100" cy="462750"/>
            </a:xfrm>
            <a:custGeom>
              <a:avLst/>
              <a:gdLst/>
              <a:ahLst/>
              <a:cxnLst/>
              <a:rect l="l" t="t" r="r" b="b"/>
              <a:pathLst>
                <a:path w="15004" h="18510" fill="none" extrusionOk="0">
                  <a:moveTo>
                    <a:pt x="1" y="17536"/>
                  </a:moveTo>
                  <a:lnTo>
                    <a:pt x="1" y="17536"/>
                  </a:lnTo>
                  <a:lnTo>
                    <a:pt x="1" y="17536"/>
                  </a:lnTo>
                  <a:lnTo>
                    <a:pt x="25" y="17682"/>
                  </a:lnTo>
                  <a:lnTo>
                    <a:pt x="49" y="17852"/>
                  </a:lnTo>
                  <a:lnTo>
                    <a:pt x="123" y="18023"/>
                  </a:lnTo>
                  <a:lnTo>
                    <a:pt x="220" y="18193"/>
                  </a:lnTo>
                  <a:lnTo>
                    <a:pt x="293" y="18291"/>
                  </a:lnTo>
                  <a:lnTo>
                    <a:pt x="390" y="18364"/>
                  </a:lnTo>
                  <a:lnTo>
                    <a:pt x="488" y="18412"/>
                  </a:lnTo>
                  <a:lnTo>
                    <a:pt x="610" y="18461"/>
                  </a:lnTo>
                  <a:lnTo>
                    <a:pt x="756" y="18510"/>
                  </a:lnTo>
                  <a:lnTo>
                    <a:pt x="926" y="18510"/>
                  </a:lnTo>
                  <a:lnTo>
                    <a:pt x="14468" y="18510"/>
                  </a:lnTo>
                  <a:lnTo>
                    <a:pt x="14468" y="18510"/>
                  </a:lnTo>
                  <a:lnTo>
                    <a:pt x="14541" y="18510"/>
                  </a:lnTo>
                  <a:lnTo>
                    <a:pt x="14614" y="18485"/>
                  </a:lnTo>
                  <a:lnTo>
                    <a:pt x="14736" y="18412"/>
                  </a:lnTo>
                  <a:lnTo>
                    <a:pt x="14833" y="18291"/>
                  </a:lnTo>
                  <a:lnTo>
                    <a:pt x="14906" y="18144"/>
                  </a:lnTo>
                  <a:lnTo>
                    <a:pt x="14955" y="17974"/>
                  </a:lnTo>
                  <a:lnTo>
                    <a:pt x="14979" y="17779"/>
                  </a:lnTo>
                  <a:lnTo>
                    <a:pt x="15003" y="17438"/>
                  </a:lnTo>
                  <a:lnTo>
                    <a:pt x="15003" y="487"/>
                  </a:lnTo>
                  <a:lnTo>
                    <a:pt x="15003" y="487"/>
                  </a:lnTo>
                  <a:lnTo>
                    <a:pt x="15003" y="341"/>
                  </a:lnTo>
                  <a:lnTo>
                    <a:pt x="14979" y="219"/>
                  </a:lnTo>
                  <a:lnTo>
                    <a:pt x="14955" y="146"/>
                  </a:lnTo>
                  <a:lnTo>
                    <a:pt x="14906" y="73"/>
                  </a:lnTo>
                  <a:lnTo>
                    <a:pt x="14833" y="49"/>
                  </a:lnTo>
                  <a:lnTo>
                    <a:pt x="14736" y="24"/>
                  </a:lnTo>
                  <a:lnTo>
                    <a:pt x="14468" y="0"/>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196;p12">
              <a:extLst>
                <a:ext uri="{FF2B5EF4-FFF2-40B4-BE49-F238E27FC236}">
                  <a16:creationId xmlns:a16="http://schemas.microsoft.com/office/drawing/2014/main" id="{265D38F3-E9D7-470B-3C1C-04B0A549F209}"/>
                </a:ext>
              </a:extLst>
            </p:cNvPr>
            <p:cNvSpPr/>
            <p:nvPr/>
          </p:nvSpPr>
          <p:spPr>
            <a:xfrm>
              <a:off x="590250" y="269775"/>
              <a:ext cx="377525" cy="462775"/>
            </a:xfrm>
            <a:custGeom>
              <a:avLst/>
              <a:gdLst/>
              <a:ahLst/>
              <a:cxnLst/>
              <a:rect l="l" t="t" r="r" b="b"/>
              <a:pathLst>
                <a:path w="15101" h="18511" fill="none" extrusionOk="0">
                  <a:moveTo>
                    <a:pt x="14321" y="0"/>
                  </a:moveTo>
                  <a:lnTo>
                    <a:pt x="780" y="0"/>
                  </a:lnTo>
                  <a:lnTo>
                    <a:pt x="780" y="0"/>
                  </a:lnTo>
                  <a:lnTo>
                    <a:pt x="634" y="25"/>
                  </a:lnTo>
                  <a:lnTo>
                    <a:pt x="488" y="74"/>
                  </a:lnTo>
                  <a:lnTo>
                    <a:pt x="342" y="122"/>
                  </a:lnTo>
                  <a:lnTo>
                    <a:pt x="220" y="220"/>
                  </a:lnTo>
                  <a:lnTo>
                    <a:pt x="122" y="341"/>
                  </a:lnTo>
                  <a:lnTo>
                    <a:pt x="74" y="488"/>
                  </a:lnTo>
                  <a:lnTo>
                    <a:pt x="25" y="634"/>
                  </a:lnTo>
                  <a:lnTo>
                    <a:pt x="1" y="780"/>
                  </a:lnTo>
                  <a:lnTo>
                    <a:pt x="1" y="17731"/>
                  </a:lnTo>
                  <a:lnTo>
                    <a:pt x="1" y="17731"/>
                  </a:lnTo>
                  <a:lnTo>
                    <a:pt x="25" y="17877"/>
                  </a:lnTo>
                  <a:lnTo>
                    <a:pt x="74" y="18023"/>
                  </a:lnTo>
                  <a:lnTo>
                    <a:pt x="122" y="18169"/>
                  </a:lnTo>
                  <a:lnTo>
                    <a:pt x="220" y="18291"/>
                  </a:lnTo>
                  <a:lnTo>
                    <a:pt x="342" y="18388"/>
                  </a:lnTo>
                  <a:lnTo>
                    <a:pt x="488" y="18437"/>
                  </a:lnTo>
                  <a:lnTo>
                    <a:pt x="634" y="18486"/>
                  </a:lnTo>
                  <a:lnTo>
                    <a:pt x="780" y="18510"/>
                  </a:lnTo>
                  <a:lnTo>
                    <a:pt x="14321" y="18510"/>
                  </a:lnTo>
                  <a:lnTo>
                    <a:pt x="14321" y="18510"/>
                  </a:lnTo>
                  <a:lnTo>
                    <a:pt x="14467" y="18486"/>
                  </a:lnTo>
                  <a:lnTo>
                    <a:pt x="14614" y="18437"/>
                  </a:lnTo>
                  <a:lnTo>
                    <a:pt x="14760" y="18388"/>
                  </a:lnTo>
                  <a:lnTo>
                    <a:pt x="14881" y="18291"/>
                  </a:lnTo>
                  <a:lnTo>
                    <a:pt x="14979" y="18169"/>
                  </a:lnTo>
                  <a:lnTo>
                    <a:pt x="15028" y="18023"/>
                  </a:lnTo>
                  <a:lnTo>
                    <a:pt x="15076" y="17877"/>
                  </a:lnTo>
                  <a:lnTo>
                    <a:pt x="15101" y="17731"/>
                  </a:lnTo>
                  <a:lnTo>
                    <a:pt x="15101" y="780"/>
                  </a:lnTo>
                  <a:lnTo>
                    <a:pt x="15101" y="780"/>
                  </a:lnTo>
                  <a:lnTo>
                    <a:pt x="15076" y="634"/>
                  </a:lnTo>
                  <a:lnTo>
                    <a:pt x="15028" y="488"/>
                  </a:lnTo>
                  <a:lnTo>
                    <a:pt x="14979" y="341"/>
                  </a:lnTo>
                  <a:lnTo>
                    <a:pt x="14881" y="220"/>
                  </a:lnTo>
                  <a:lnTo>
                    <a:pt x="14760" y="122"/>
                  </a:lnTo>
                  <a:lnTo>
                    <a:pt x="14614" y="74"/>
                  </a:lnTo>
                  <a:lnTo>
                    <a:pt x="14467" y="25"/>
                  </a:lnTo>
                  <a:lnTo>
                    <a:pt x="14321" y="0"/>
                  </a:lnTo>
                  <a:lnTo>
                    <a:pt x="14321" y="0"/>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197;p12">
              <a:extLst>
                <a:ext uri="{FF2B5EF4-FFF2-40B4-BE49-F238E27FC236}">
                  <a16:creationId xmlns:a16="http://schemas.microsoft.com/office/drawing/2014/main" id="{EBA3FAC3-C5EE-5C6F-3B36-525AC13E77BF}"/>
                </a:ext>
              </a:extLst>
            </p:cNvPr>
            <p:cNvSpPr/>
            <p:nvPr/>
          </p:nvSpPr>
          <p:spPr>
            <a:xfrm>
              <a:off x="796650" y="274025"/>
              <a:ext cx="45100" cy="45100"/>
            </a:xfrm>
            <a:custGeom>
              <a:avLst/>
              <a:gdLst/>
              <a:ahLst/>
              <a:cxnLst/>
              <a:rect l="l" t="t" r="r" b="b"/>
              <a:pathLst>
                <a:path w="1804" h="1804" fill="none" extrusionOk="0">
                  <a:moveTo>
                    <a:pt x="902" y="1"/>
                  </a:moveTo>
                  <a:lnTo>
                    <a:pt x="902" y="1"/>
                  </a:lnTo>
                  <a:lnTo>
                    <a:pt x="1073" y="25"/>
                  </a:lnTo>
                  <a:lnTo>
                    <a:pt x="1243" y="74"/>
                  </a:lnTo>
                  <a:lnTo>
                    <a:pt x="1414" y="147"/>
                  </a:lnTo>
                  <a:lnTo>
                    <a:pt x="1535" y="269"/>
                  </a:lnTo>
                  <a:lnTo>
                    <a:pt x="1657" y="391"/>
                  </a:lnTo>
                  <a:lnTo>
                    <a:pt x="1730" y="561"/>
                  </a:lnTo>
                  <a:lnTo>
                    <a:pt x="1779" y="732"/>
                  </a:lnTo>
                  <a:lnTo>
                    <a:pt x="1803" y="902"/>
                  </a:lnTo>
                  <a:lnTo>
                    <a:pt x="1803" y="902"/>
                  </a:lnTo>
                  <a:lnTo>
                    <a:pt x="1779" y="1073"/>
                  </a:lnTo>
                  <a:lnTo>
                    <a:pt x="1730" y="1243"/>
                  </a:lnTo>
                  <a:lnTo>
                    <a:pt x="1657" y="1414"/>
                  </a:lnTo>
                  <a:lnTo>
                    <a:pt x="1535" y="1535"/>
                  </a:lnTo>
                  <a:lnTo>
                    <a:pt x="1414" y="1657"/>
                  </a:lnTo>
                  <a:lnTo>
                    <a:pt x="1243" y="1730"/>
                  </a:lnTo>
                  <a:lnTo>
                    <a:pt x="1073" y="1779"/>
                  </a:lnTo>
                  <a:lnTo>
                    <a:pt x="902" y="1803"/>
                  </a:lnTo>
                  <a:lnTo>
                    <a:pt x="902" y="1803"/>
                  </a:lnTo>
                  <a:lnTo>
                    <a:pt x="732" y="1779"/>
                  </a:lnTo>
                  <a:lnTo>
                    <a:pt x="561" y="1730"/>
                  </a:lnTo>
                  <a:lnTo>
                    <a:pt x="391" y="1657"/>
                  </a:lnTo>
                  <a:lnTo>
                    <a:pt x="269" y="1535"/>
                  </a:lnTo>
                  <a:lnTo>
                    <a:pt x="147" y="1414"/>
                  </a:lnTo>
                  <a:lnTo>
                    <a:pt x="74" y="1243"/>
                  </a:lnTo>
                  <a:lnTo>
                    <a:pt x="25" y="1073"/>
                  </a:lnTo>
                  <a:lnTo>
                    <a:pt x="1" y="902"/>
                  </a:lnTo>
                  <a:lnTo>
                    <a:pt x="1" y="902"/>
                  </a:lnTo>
                  <a:lnTo>
                    <a:pt x="25" y="732"/>
                  </a:lnTo>
                  <a:lnTo>
                    <a:pt x="74" y="561"/>
                  </a:lnTo>
                  <a:lnTo>
                    <a:pt x="147" y="391"/>
                  </a:lnTo>
                  <a:lnTo>
                    <a:pt x="269" y="269"/>
                  </a:lnTo>
                  <a:lnTo>
                    <a:pt x="391" y="147"/>
                  </a:lnTo>
                  <a:lnTo>
                    <a:pt x="561" y="74"/>
                  </a:lnTo>
                  <a:lnTo>
                    <a:pt x="732" y="25"/>
                  </a:lnTo>
                  <a:lnTo>
                    <a:pt x="902" y="1"/>
                  </a:lnTo>
                  <a:lnTo>
                    <a:pt x="902"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198;p12">
              <a:extLst>
                <a:ext uri="{FF2B5EF4-FFF2-40B4-BE49-F238E27FC236}">
                  <a16:creationId xmlns:a16="http://schemas.microsoft.com/office/drawing/2014/main" id="{2F818CCC-F1B9-0E4E-9EA8-DC98A96A673D}"/>
                </a:ext>
              </a:extLst>
            </p:cNvPr>
            <p:cNvSpPr/>
            <p:nvPr/>
          </p:nvSpPr>
          <p:spPr>
            <a:xfrm>
              <a:off x="713850" y="274025"/>
              <a:ext cx="45075" cy="45100"/>
            </a:xfrm>
            <a:custGeom>
              <a:avLst/>
              <a:gdLst/>
              <a:ahLst/>
              <a:cxnLst/>
              <a:rect l="l" t="t" r="r" b="b"/>
              <a:pathLst>
                <a:path w="1803" h="1804" fill="none" extrusionOk="0">
                  <a:moveTo>
                    <a:pt x="902" y="1"/>
                  </a:moveTo>
                  <a:lnTo>
                    <a:pt x="902" y="1"/>
                  </a:lnTo>
                  <a:lnTo>
                    <a:pt x="1072" y="25"/>
                  </a:lnTo>
                  <a:lnTo>
                    <a:pt x="1243" y="74"/>
                  </a:lnTo>
                  <a:lnTo>
                    <a:pt x="1413" y="147"/>
                  </a:lnTo>
                  <a:lnTo>
                    <a:pt x="1535" y="269"/>
                  </a:lnTo>
                  <a:lnTo>
                    <a:pt x="1657" y="391"/>
                  </a:lnTo>
                  <a:lnTo>
                    <a:pt x="1730" y="561"/>
                  </a:lnTo>
                  <a:lnTo>
                    <a:pt x="1779" y="732"/>
                  </a:lnTo>
                  <a:lnTo>
                    <a:pt x="1803" y="902"/>
                  </a:lnTo>
                  <a:lnTo>
                    <a:pt x="1803" y="902"/>
                  </a:lnTo>
                  <a:lnTo>
                    <a:pt x="1779" y="1073"/>
                  </a:lnTo>
                  <a:lnTo>
                    <a:pt x="1730" y="1243"/>
                  </a:lnTo>
                  <a:lnTo>
                    <a:pt x="1657" y="1414"/>
                  </a:lnTo>
                  <a:lnTo>
                    <a:pt x="1535" y="1535"/>
                  </a:lnTo>
                  <a:lnTo>
                    <a:pt x="1413" y="1657"/>
                  </a:lnTo>
                  <a:lnTo>
                    <a:pt x="1243" y="1730"/>
                  </a:lnTo>
                  <a:lnTo>
                    <a:pt x="1072" y="1779"/>
                  </a:lnTo>
                  <a:lnTo>
                    <a:pt x="902" y="1803"/>
                  </a:lnTo>
                  <a:lnTo>
                    <a:pt x="902" y="1803"/>
                  </a:lnTo>
                  <a:lnTo>
                    <a:pt x="731" y="1779"/>
                  </a:lnTo>
                  <a:lnTo>
                    <a:pt x="561" y="1730"/>
                  </a:lnTo>
                  <a:lnTo>
                    <a:pt x="390" y="1657"/>
                  </a:lnTo>
                  <a:lnTo>
                    <a:pt x="269" y="1535"/>
                  </a:lnTo>
                  <a:lnTo>
                    <a:pt x="147" y="1414"/>
                  </a:lnTo>
                  <a:lnTo>
                    <a:pt x="74" y="1243"/>
                  </a:lnTo>
                  <a:lnTo>
                    <a:pt x="25" y="1073"/>
                  </a:lnTo>
                  <a:lnTo>
                    <a:pt x="1" y="902"/>
                  </a:lnTo>
                  <a:lnTo>
                    <a:pt x="1" y="902"/>
                  </a:lnTo>
                  <a:lnTo>
                    <a:pt x="25" y="732"/>
                  </a:lnTo>
                  <a:lnTo>
                    <a:pt x="74" y="561"/>
                  </a:lnTo>
                  <a:lnTo>
                    <a:pt x="147" y="391"/>
                  </a:lnTo>
                  <a:lnTo>
                    <a:pt x="269" y="269"/>
                  </a:lnTo>
                  <a:lnTo>
                    <a:pt x="390" y="147"/>
                  </a:lnTo>
                  <a:lnTo>
                    <a:pt x="561" y="74"/>
                  </a:lnTo>
                  <a:lnTo>
                    <a:pt x="731" y="25"/>
                  </a:lnTo>
                  <a:lnTo>
                    <a:pt x="902" y="1"/>
                  </a:lnTo>
                  <a:lnTo>
                    <a:pt x="902"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99;p12">
              <a:extLst>
                <a:ext uri="{FF2B5EF4-FFF2-40B4-BE49-F238E27FC236}">
                  <a16:creationId xmlns:a16="http://schemas.microsoft.com/office/drawing/2014/main" id="{EC5A38A9-5E2D-1D3F-6BCC-FD50633DE75B}"/>
                </a:ext>
              </a:extLst>
            </p:cNvPr>
            <p:cNvSpPr/>
            <p:nvPr/>
          </p:nvSpPr>
          <p:spPr>
            <a:xfrm>
              <a:off x="631050" y="274025"/>
              <a:ext cx="45075" cy="45100"/>
            </a:xfrm>
            <a:custGeom>
              <a:avLst/>
              <a:gdLst/>
              <a:ahLst/>
              <a:cxnLst/>
              <a:rect l="l" t="t" r="r" b="b"/>
              <a:pathLst>
                <a:path w="1803" h="1804" fill="none" extrusionOk="0">
                  <a:moveTo>
                    <a:pt x="0" y="902"/>
                  </a:moveTo>
                  <a:lnTo>
                    <a:pt x="0" y="902"/>
                  </a:lnTo>
                  <a:lnTo>
                    <a:pt x="25" y="732"/>
                  </a:lnTo>
                  <a:lnTo>
                    <a:pt x="73" y="561"/>
                  </a:lnTo>
                  <a:lnTo>
                    <a:pt x="147" y="391"/>
                  </a:lnTo>
                  <a:lnTo>
                    <a:pt x="268" y="269"/>
                  </a:lnTo>
                  <a:lnTo>
                    <a:pt x="390" y="147"/>
                  </a:lnTo>
                  <a:lnTo>
                    <a:pt x="561" y="74"/>
                  </a:lnTo>
                  <a:lnTo>
                    <a:pt x="731" y="25"/>
                  </a:lnTo>
                  <a:lnTo>
                    <a:pt x="902" y="1"/>
                  </a:lnTo>
                  <a:lnTo>
                    <a:pt x="902" y="1"/>
                  </a:lnTo>
                  <a:lnTo>
                    <a:pt x="1072" y="25"/>
                  </a:lnTo>
                  <a:lnTo>
                    <a:pt x="1243" y="74"/>
                  </a:lnTo>
                  <a:lnTo>
                    <a:pt x="1413" y="147"/>
                  </a:lnTo>
                  <a:lnTo>
                    <a:pt x="1535" y="269"/>
                  </a:lnTo>
                  <a:lnTo>
                    <a:pt x="1657" y="391"/>
                  </a:lnTo>
                  <a:lnTo>
                    <a:pt x="1730" y="561"/>
                  </a:lnTo>
                  <a:lnTo>
                    <a:pt x="1778" y="732"/>
                  </a:lnTo>
                  <a:lnTo>
                    <a:pt x="1803" y="902"/>
                  </a:lnTo>
                  <a:lnTo>
                    <a:pt x="1803" y="902"/>
                  </a:lnTo>
                  <a:lnTo>
                    <a:pt x="1778" y="1073"/>
                  </a:lnTo>
                  <a:lnTo>
                    <a:pt x="1730" y="1243"/>
                  </a:lnTo>
                  <a:lnTo>
                    <a:pt x="1657" y="1414"/>
                  </a:lnTo>
                  <a:lnTo>
                    <a:pt x="1535" y="1535"/>
                  </a:lnTo>
                  <a:lnTo>
                    <a:pt x="1413" y="1657"/>
                  </a:lnTo>
                  <a:lnTo>
                    <a:pt x="1243" y="1730"/>
                  </a:lnTo>
                  <a:lnTo>
                    <a:pt x="1072" y="1779"/>
                  </a:lnTo>
                  <a:lnTo>
                    <a:pt x="902" y="1803"/>
                  </a:lnTo>
                  <a:lnTo>
                    <a:pt x="902" y="1803"/>
                  </a:lnTo>
                  <a:lnTo>
                    <a:pt x="731" y="1779"/>
                  </a:lnTo>
                  <a:lnTo>
                    <a:pt x="561" y="1730"/>
                  </a:lnTo>
                  <a:lnTo>
                    <a:pt x="390" y="1657"/>
                  </a:lnTo>
                  <a:lnTo>
                    <a:pt x="268" y="1535"/>
                  </a:lnTo>
                  <a:lnTo>
                    <a:pt x="147" y="1414"/>
                  </a:lnTo>
                  <a:lnTo>
                    <a:pt x="73" y="1243"/>
                  </a:lnTo>
                  <a:lnTo>
                    <a:pt x="25" y="1073"/>
                  </a:lnTo>
                  <a:lnTo>
                    <a:pt x="0" y="902"/>
                  </a:lnTo>
                  <a:lnTo>
                    <a:pt x="0" y="902"/>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200;p12">
              <a:extLst>
                <a:ext uri="{FF2B5EF4-FFF2-40B4-BE49-F238E27FC236}">
                  <a16:creationId xmlns:a16="http://schemas.microsoft.com/office/drawing/2014/main" id="{B5B9D719-EC62-B98D-EAFB-24B6AF933010}"/>
                </a:ext>
              </a:extLst>
            </p:cNvPr>
            <p:cNvSpPr/>
            <p:nvPr/>
          </p:nvSpPr>
          <p:spPr>
            <a:xfrm>
              <a:off x="649925" y="590050"/>
              <a:ext cx="133975" cy="25"/>
            </a:xfrm>
            <a:custGeom>
              <a:avLst/>
              <a:gdLst/>
              <a:ahLst/>
              <a:cxnLst/>
              <a:rect l="l" t="t" r="r" b="b"/>
              <a:pathLst>
                <a:path w="5359" h="1" fill="none" extrusionOk="0">
                  <a:moveTo>
                    <a:pt x="5358" y="0"/>
                  </a:moveTo>
                  <a:lnTo>
                    <a:pt x="0" y="0"/>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201;p12">
              <a:extLst>
                <a:ext uri="{FF2B5EF4-FFF2-40B4-BE49-F238E27FC236}">
                  <a16:creationId xmlns:a16="http://schemas.microsoft.com/office/drawing/2014/main" id="{08076955-0C7E-25CB-B34B-E807EB002A6F}"/>
                </a:ext>
              </a:extLst>
            </p:cNvPr>
            <p:cNvSpPr/>
            <p:nvPr/>
          </p:nvSpPr>
          <p:spPr>
            <a:xfrm>
              <a:off x="649925" y="534625"/>
              <a:ext cx="255750" cy="25"/>
            </a:xfrm>
            <a:custGeom>
              <a:avLst/>
              <a:gdLst/>
              <a:ahLst/>
              <a:cxnLst/>
              <a:rect l="l" t="t" r="r" b="b"/>
              <a:pathLst>
                <a:path w="10230" h="1" fill="none" extrusionOk="0">
                  <a:moveTo>
                    <a:pt x="10229" y="1"/>
                  </a:moveTo>
                  <a:lnTo>
                    <a:pt x="0"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202;p12">
              <a:extLst>
                <a:ext uri="{FF2B5EF4-FFF2-40B4-BE49-F238E27FC236}">
                  <a16:creationId xmlns:a16="http://schemas.microsoft.com/office/drawing/2014/main" id="{9ADBA572-5CC3-A16B-FA3C-931FB319A7F2}"/>
                </a:ext>
              </a:extLst>
            </p:cNvPr>
            <p:cNvSpPr/>
            <p:nvPr/>
          </p:nvSpPr>
          <p:spPr>
            <a:xfrm>
              <a:off x="649925" y="479825"/>
              <a:ext cx="255750" cy="25"/>
            </a:xfrm>
            <a:custGeom>
              <a:avLst/>
              <a:gdLst/>
              <a:ahLst/>
              <a:cxnLst/>
              <a:rect l="l" t="t" r="r" b="b"/>
              <a:pathLst>
                <a:path w="10230" h="1" fill="none" extrusionOk="0">
                  <a:moveTo>
                    <a:pt x="10229" y="1"/>
                  </a:moveTo>
                  <a:lnTo>
                    <a:pt x="0"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203;p12">
              <a:extLst>
                <a:ext uri="{FF2B5EF4-FFF2-40B4-BE49-F238E27FC236}">
                  <a16:creationId xmlns:a16="http://schemas.microsoft.com/office/drawing/2014/main" id="{E54A0444-3FAD-E55D-B480-D6718FE06B90}"/>
                </a:ext>
              </a:extLst>
            </p:cNvPr>
            <p:cNvSpPr/>
            <p:nvPr/>
          </p:nvSpPr>
          <p:spPr>
            <a:xfrm>
              <a:off x="649925" y="424425"/>
              <a:ext cx="255750" cy="25"/>
            </a:xfrm>
            <a:custGeom>
              <a:avLst/>
              <a:gdLst/>
              <a:ahLst/>
              <a:cxnLst/>
              <a:rect l="l" t="t" r="r" b="b"/>
              <a:pathLst>
                <a:path w="10230" h="1" fill="none" extrusionOk="0">
                  <a:moveTo>
                    <a:pt x="10229" y="1"/>
                  </a:moveTo>
                  <a:lnTo>
                    <a:pt x="0"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204;p12">
              <a:extLst>
                <a:ext uri="{FF2B5EF4-FFF2-40B4-BE49-F238E27FC236}">
                  <a16:creationId xmlns:a16="http://schemas.microsoft.com/office/drawing/2014/main" id="{709A65CB-F496-EE4E-5349-83B9106A392C}"/>
                </a:ext>
              </a:extLst>
            </p:cNvPr>
            <p:cNvSpPr/>
            <p:nvPr/>
          </p:nvSpPr>
          <p:spPr>
            <a:xfrm>
              <a:off x="879475" y="274025"/>
              <a:ext cx="45075" cy="45100"/>
            </a:xfrm>
            <a:custGeom>
              <a:avLst/>
              <a:gdLst/>
              <a:ahLst/>
              <a:cxnLst/>
              <a:rect l="l" t="t" r="r" b="b"/>
              <a:pathLst>
                <a:path w="1803" h="1804" fill="none" extrusionOk="0">
                  <a:moveTo>
                    <a:pt x="901" y="1803"/>
                  </a:moveTo>
                  <a:lnTo>
                    <a:pt x="901" y="1803"/>
                  </a:lnTo>
                  <a:lnTo>
                    <a:pt x="731" y="1779"/>
                  </a:lnTo>
                  <a:lnTo>
                    <a:pt x="560" y="1730"/>
                  </a:lnTo>
                  <a:lnTo>
                    <a:pt x="390" y="1657"/>
                  </a:lnTo>
                  <a:lnTo>
                    <a:pt x="268" y="1535"/>
                  </a:lnTo>
                  <a:lnTo>
                    <a:pt x="146" y="1414"/>
                  </a:lnTo>
                  <a:lnTo>
                    <a:pt x="73" y="1243"/>
                  </a:lnTo>
                  <a:lnTo>
                    <a:pt x="25" y="1073"/>
                  </a:lnTo>
                  <a:lnTo>
                    <a:pt x="0" y="902"/>
                  </a:lnTo>
                  <a:lnTo>
                    <a:pt x="0" y="902"/>
                  </a:lnTo>
                  <a:lnTo>
                    <a:pt x="25" y="732"/>
                  </a:lnTo>
                  <a:lnTo>
                    <a:pt x="73" y="561"/>
                  </a:lnTo>
                  <a:lnTo>
                    <a:pt x="146" y="391"/>
                  </a:lnTo>
                  <a:lnTo>
                    <a:pt x="268" y="269"/>
                  </a:lnTo>
                  <a:lnTo>
                    <a:pt x="390" y="147"/>
                  </a:lnTo>
                  <a:lnTo>
                    <a:pt x="560" y="74"/>
                  </a:lnTo>
                  <a:lnTo>
                    <a:pt x="731" y="25"/>
                  </a:lnTo>
                  <a:lnTo>
                    <a:pt x="901" y="1"/>
                  </a:lnTo>
                  <a:lnTo>
                    <a:pt x="901" y="1"/>
                  </a:lnTo>
                  <a:lnTo>
                    <a:pt x="1072" y="25"/>
                  </a:lnTo>
                  <a:lnTo>
                    <a:pt x="1242" y="74"/>
                  </a:lnTo>
                  <a:lnTo>
                    <a:pt x="1413" y="147"/>
                  </a:lnTo>
                  <a:lnTo>
                    <a:pt x="1535" y="269"/>
                  </a:lnTo>
                  <a:lnTo>
                    <a:pt x="1656" y="391"/>
                  </a:lnTo>
                  <a:lnTo>
                    <a:pt x="1729" y="561"/>
                  </a:lnTo>
                  <a:lnTo>
                    <a:pt x="1778" y="732"/>
                  </a:lnTo>
                  <a:lnTo>
                    <a:pt x="1802" y="902"/>
                  </a:lnTo>
                  <a:lnTo>
                    <a:pt x="1802" y="902"/>
                  </a:lnTo>
                  <a:lnTo>
                    <a:pt x="1778" y="1073"/>
                  </a:lnTo>
                  <a:lnTo>
                    <a:pt x="1729" y="1243"/>
                  </a:lnTo>
                  <a:lnTo>
                    <a:pt x="1656" y="1414"/>
                  </a:lnTo>
                  <a:lnTo>
                    <a:pt x="1535" y="1535"/>
                  </a:lnTo>
                  <a:lnTo>
                    <a:pt x="1413" y="1657"/>
                  </a:lnTo>
                  <a:lnTo>
                    <a:pt x="1242" y="1730"/>
                  </a:lnTo>
                  <a:lnTo>
                    <a:pt x="1072" y="1779"/>
                  </a:lnTo>
                  <a:lnTo>
                    <a:pt x="901" y="1803"/>
                  </a:lnTo>
                  <a:lnTo>
                    <a:pt x="901" y="1803"/>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205;p12">
              <a:extLst>
                <a:ext uri="{FF2B5EF4-FFF2-40B4-BE49-F238E27FC236}">
                  <a16:creationId xmlns:a16="http://schemas.microsoft.com/office/drawing/2014/main" id="{8E42105B-FC45-1A2B-4109-F9A1B042A46D}"/>
                </a:ext>
              </a:extLst>
            </p:cNvPr>
            <p:cNvSpPr/>
            <p:nvPr/>
          </p:nvSpPr>
          <p:spPr>
            <a:xfrm>
              <a:off x="654800" y="244200"/>
              <a:ext cx="25" cy="51175"/>
            </a:xfrm>
            <a:custGeom>
              <a:avLst/>
              <a:gdLst/>
              <a:ahLst/>
              <a:cxnLst/>
              <a:rect l="l" t="t" r="r" b="b"/>
              <a:pathLst>
                <a:path w="1" h="2047" fill="none" extrusionOk="0">
                  <a:moveTo>
                    <a:pt x="0" y="1"/>
                  </a:moveTo>
                  <a:lnTo>
                    <a:pt x="0" y="2046"/>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206;p12">
              <a:extLst>
                <a:ext uri="{FF2B5EF4-FFF2-40B4-BE49-F238E27FC236}">
                  <a16:creationId xmlns:a16="http://schemas.microsoft.com/office/drawing/2014/main" id="{69328301-EF7A-51AF-FD6A-5BAC2D160849}"/>
                </a:ext>
              </a:extLst>
            </p:cNvPr>
            <p:cNvSpPr/>
            <p:nvPr/>
          </p:nvSpPr>
          <p:spPr>
            <a:xfrm>
              <a:off x="737600" y="244200"/>
              <a:ext cx="25" cy="51175"/>
            </a:xfrm>
            <a:custGeom>
              <a:avLst/>
              <a:gdLst/>
              <a:ahLst/>
              <a:cxnLst/>
              <a:rect l="l" t="t" r="r" b="b"/>
              <a:pathLst>
                <a:path w="1" h="2047" fill="none" extrusionOk="0">
                  <a:moveTo>
                    <a:pt x="1" y="1"/>
                  </a:moveTo>
                  <a:lnTo>
                    <a:pt x="1" y="2046"/>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207;p12">
              <a:extLst>
                <a:ext uri="{FF2B5EF4-FFF2-40B4-BE49-F238E27FC236}">
                  <a16:creationId xmlns:a16="http://schemas.microsoft.com/office/drawing/2014/main" id="{7593124D-8A72-05CD-821F-F46DF5D3F515}"/>
                </a:ext>
              </a:extLst>
            </p:cNvPr>
            <p:cNvSpPr/>
            <p:nvPr/>
          </p:nvSpPr>
          <p:spPr>
            <a:xfrm>
              <a:off x="820400" y="244200"/>
              <a:ext cx="25" cy="51175"/>
            </a:xfrm>
            <a:custGeom>
              <a:avLst/>
              <a:gdLst/>
              <a:ahLst/>
              <a:cxnLst/>
              <a:rect l="l" t="t" r="r" b="b"/>
              <a:pathLst>
                <a:path w="1" h="2047" fill="none" extrusionOk="0">
                  <a:moveTo>
                    <a:pt x="1" y="1"/>
                  </a:moveTo>
                  <a:lnTo>
                    <a:pt x="1" y="2046"/>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8;p12">
              <a:extLst>
                <a:ext uri="{FF2B5EF4-FFF2-40B4-BE49-F238E27FC236}">
                  <a16:creationId xmlns:a16="http://schemas.microsoft.com/office/drawing/2014/main" id="{A5D69A6C-33EE-71AE-DAF6-D3414DE4DB78}"/>
                </a:ext>
              </a:extLst>
            </p:cNvPr>
            <p:cNvSpPr/>
            <p:nvPr/>
          </p:nvSpPr>
          <p:spPr>
            <a:xfrm>
              <a:off x="903225" y="244200"/>
              <a:ext cx="25" cy="51175"/>
            </a:xfrm>
            <a:custGeom>
              <a:avLst/>
              <a:gdLst/>
              <a:ahLst/>
              <a:cxnLst/>
              <a:rect l="l" t="t" r="r" b="b"/>
              <a:pathLst>
                <a:path w="1" h="2047" fill="none" extrusionOk="0">
                  <a:moveTo>
                    <a:pt x="0" y="1"/>
                  </a:moveTo>
                  <a:lnTo>
                    <a:pt x="0" y="2046"/>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1879361514"/>
      </p:ext>
    </p:extLst>
  </p:cSld>
  <p:clrMapOvr>
    <a:masterClrMapping/>
  </p:clrMapOvr>
  <p:transition>
    <p:fade thruBlk="1"/>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90B826-1B15-AB42-6D95-293A6FEE4E7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7945881-5CAC-2A79-FCB8-DCCDC801B02D}"/>
              </a:ext>
            </a:extLst>
          </p:cNvPr>
          <p:cNvSpPr>
            <a:spLocks noGrp="1"/>
          </p:cNvSpPr>
          <p:nvPr>
            <p:ph type="title"/>
          </p:nvPr>
        </p:nvSpPr>
        <p:spPr/>
        <p:txBody>
          <a:bodyPr/>
          <a:lstStyle/>
          <a:p>
            <a:r>
              <a:rPr lang="en-PH" dirty="0"/>
              <a:t>The Art of Debugging</a:t>
            </a:r>
            <a:endParaRPr lang="en-PH" dirty="0">
              <a:latin typeface="Roboto Condensed" panose="02000000000000000000" pitchFamily="2" charset="0"/>
              <a:ea typeface="Roboto Condensed" panose="02000000000000000000" pitchFamily="2" charset="0"/>
              <a:cs typeface="Roboto Condensed" panose="02000000000000000000" pitchFamily="2" charset="0"/>
            </a:endParaRPr>
          </a:p>
        </p:txBody>
      </p:sp>
      <p:sp>
        <p:nvSpPr>
          <p:cNvPr id="3" name="Text Placeholder 2">
            <a:extLst>
              <a:ext uri="{FF2B5EF4-FFF2-40B4-BE49-F238E27FC236}">
                <a16:creationId xmlns:a16="http://schemas.microsoft.com/office/drawing/2014/main" id="{3854996F-FA3E-F4E6-9892-28836AA00FFD}"/>
              </a:ext>
            </a:extLst>
          </p:cNvPr>
          <p:cNvSpPr>
            <a:spLocks noGrp="1"/>
          </p:cNvSpPr>
          <p:nvPr>
            <p:ph type="body" idx="1"/>
          </p:nvPr>
        </p:nvSpPr>
        <p:spPr>
          <a:xfrm>
            <a:off x="140124" y="1308259"/>
            <a:ext cx="8563151" cy="2724300"/>
          </a:xfrm>
        </p:spPr>
        <p:txBody>
          <a:bodyPr/>
          <a:lstStyle/>
          <a:p>
            <a:r>
              <a:rPr lang="en-PH" dirty="0">
                <a:latin typeface="Roboto Condensed" panose="02000000000000000000" pitchFamily="2" charset="0"/>
                <a:ea typeface="Roboto Condensed" panose="02000000000000000000" pitchFamily="2" charset="0"/>
                <a:cs typeface="Roboto Condensed" panose="02000000000000000000" pitchFamily="2" charset="0"/>
              </a:rPr>
              <a:t>If coding is writing a manual, </a:t>
            </a:r>
            <a:r>
              <a:rPr lang="en-PH" b="1" dirty="0">
                <a:latin typeface="Roboto Condensed" panose="02000000000000000000" pitchFamily="2" charset="0"/>
                <a:ea typeface="Roboto Condensed" panose="02000000000000000000" pitchFamily="2" charset="0"/>
                <a:cs typeface="Roboto Condensed" panose="02000000000000000000" pitchFamily="2" charset="0"/>
              </a:rPr>
              <a:t>debugging</a:t>
            </a:r>
            <a:r>
              <a:rPr lang="en-PH" dirty="0">
                <a:latin typeface="Roboto Condensed" panose="02000000000000000000" pitchFamily="2" charset="0"/>
                <a:ea typeface="Roboto Condensed" panose="02000000000000000000" pitchFamily="2" charset="0"/>
                <a:cs typeface="Roboto Condensed" panose="02000000000000000000" pitchFamily="2" charset="0"/>
              </a:rPr>
              <a:t> is figuring out why the person reading the manual built the furniture upside down. It is the methodical process of identifying, isolating, and fixing errors (bugs) in the code.</a:t>
            </a:r>
          </a:p>
        </p:txBody>
      </p:sp>
      <p:sp>
        <p:nvSpPr>
          <p:cNvPr id="5" name="Slide Number Placeholder 4">
            <a:extLst>
              <a:ext uri="{FF2B5EF4-FFF2-40B4-BE49-F238E27FC236}">
                <a16:creationId xmlns:a16="http://schemas.microsoft.com/office/drawing/2014/main" id="{5A38AC7E-B935-F8C2-1C92-28707DA8D9F4}"/>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t>10</a:t>
            </a:fld>
            <a:endParaRPr lang="en-GB"/>
          </a:p>
        </p:txBody>
      </p:sp>
      <p:grpSp>
        <p:nvGrpSpPr>
          <p:cNvPr id="6" name="Google Shape;194;p12">
            <a:extLst>
              <a:ext uri="{FF2B5EF4-FFF2-40B4-BE49-F238E27FC236}">
                <a16:creationId xmlns:a16="http://schemas.microsoft.com/office/drawing/2014/main" id="{F4B60574-1881-E94C-BD56-05730079C842}"/>
              </a:ext>
            </a:extLst>
          </p:cNvPr>
          <p:cNvGrpSpPr/>
          <p:nvPr/>
        </p:nvGrpSpPr>
        <p:grpSpPr>
          <a:xfrm>
            <a:off x="293683" y="574116"/>
            <a:ext cx="309041" cy="403123"/>
            <a:chOff x="590250" y="244200"/>
            <a:chExt cx="407975" cy="532175"/>
          </a:xfrm>
        </p:grpSpPr>
        <p:sp>
          <p:nvSpPr>
            <p:cNvPr id="7" name="Google Shape;195;p12">
              <a:extLst>
                <a:ext uri="{FF2B5EF4-FFF2-40B4-BE49-F238E27FC236}">
                  <a16:creationId xmlns:a16="http://schemas.microsoft.com/office/drawing/2014/main" id="{386FED64-8751-E732-3236-AC769DE4380D}"/>
                </a:ext>
              </a:extLst>
            </p:cNvPr>
            <p:cNvSpPr/>
            <p:nvPr/>
          </p:nvSpPr>
          <p:spPr>
            <a:xfrm>
              <a:off x="623125" y="313625"/>
              <a:ext cx="375100" cy="462750"/>
            </a:xfrm>
            <a:custGeom>
              <a:avLst/>
              <a:gdLst/>
              <a:ahLst/>
              <a:cxnLst/>
              <a:rect l="l" t="t" r="r" b="b"/>
              <a:pathLst>
                <a:path w="15004" h="18510" fill="none" extrusionOk="0">
                  <a:moveTo>
                    <a:pt x="1" y="17536"/>
                  </a:moveTo>
                  <a:lnTo>
                    <a:pt x="1" y="17536"/>
                  </a:lnTo>
                  <a:lnTo>
                    <a:pt x="1" y="17536"/>
                  </a:lnTo>
                  <a:lnTo>
                    <a:pt x="25" y="17682"/>
                  </a:lnTo>
                  <a:lnTo>
                    <a:pt x="49" y="17852"/>
                  </a:lnTo>
                  <a:lnTo>
                    <a:pt x="123" y="18023"/>
                  </a:lnTo>
                  <a:lnTo>
                    <a:pt x="220" y="18193"/>
                  </a:lnTo>
                  <a:lnTo>
                    <a:pt x="293" y="18291"/>
                  </a:lnTo>
                  <a:lnTo>
                    <a:pt x="390" y="18364"/>
                  </a:lnTo>
                  <a:lnTo>
                    <a:pt x="488" y="18412"/>
                  </a:lnTo>
                  <a:lnTo>
                    <a:pt x="610" y="18461"/>
                  </a:lnTo>
                  <a:lnTo>
                    <a:pt x="756" y="18510"/>
                  </a:lnTo>
                  <a:lnTo>
                    <a:pt x="926" y="18510"/>
                  </a:lnTo>
                  <a:lnTo>
                    <a:pt x="14468" y="18510"/>
                  </a:lnTo>
                  <a:lnTo>
                    <a:pt x="14468" y="18510"/>
                  </a:lnTo>
                  <a:lnTo>
                    <a:pt x="14541" y="18510"/>
                  </a:lnTo>
                  <a:lnTo>
                    <a:pt x="14614" y="18485"/>
                  </a:lnTo>
                  <a:lnTo>
                    <a:pt x="14736" y="18412"/>
                  </a:lnTo>
                  <a:lnTo>
                    <a:pt x="14833" y="18291"/>
                  </a:lnTo>
                  <a:lnTo>
                    <a:pt x="14906" y="18144"/>
                  </a:lnTo>
                  <a:lnTo>
                    <a:pt x="14955" y="17974"/>
                  </a:lnTo>
                  <a:lnTo>
                    <a:pt x="14979" y="17779"/>
                  </a:lnTo>
                  <a:lnTo>
                    <a:pt x="15003" y="17438"/>
                  </a:lnTo>
                  <a:lnTo>
                    <a:pt x="15003" y="487"/>
                  </a:lnTo>
                  <a:lnTo>
                    <a:pt x="15003" y="487"/>
                  </a:lnTo>
                  <a:lnTo>
                    <a:pt x="15003" y="341"/>
                  </a:lnTo>
                  <a:lnTo>
                    <a:pt x="14979" y="219"/>
                  </a:lnTo>
                  <a:lnTo>
                    <a:pt x="14955" y="146"/>
                  </a:lnTo>
                  <a:lnTo>
                    <a:pt x="14906" y="73"/>
                  </a:lnTo>
                  <a:lnTo>
                    <a:pt x="14833" y="49"/>
                  </a:lnTo>
                  <a:lnTo>
                    <a:pt x="14736" y="24"/>
                  </a:lnTo>
                  <a:lnTo>
                    <a:pt x="14468" y="0"/>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196;p12">
              <a:extLst>
                <a:ext uri="{FF2B5EF4-FFF2-40B4-BE49-F238E27FC236}">
                  <a16:creationId xmlns:a16="http://schemas.microsoft.com/office/drawing/2014/main" id="{7DD30D90-E67F-DC31-4526-CD9580567FF0}"/>
                </a:ext>
              </a:extLst>
            </p:cNvPr>
            <p:cNvSpPr/>
            <p:nvPr/>
          </p:nvSpPr>
          <p:spPr>
            <a:xfrm>
              <a:off x="590250" y="269775"/>
              <a:ext cx="377525" cy="462775"/>
            </a:xfrm>
            <a:custGeom>
              <a:avLst/>
              <a:gdLst/>
              <a:ahLst/>
              <a:cxnLst/>
              <a:rect l="l" t="t" r="r" b="b"/>
              <a:pathLst>
                <a:path w="15101" h="18511" fill="none" extrusionOk="0">
                  <a:moveTo>
                    <a:pt x="14321" y="0"/>
                  </a:moveTo>
                  <a:lnTo>
                    <a:pt x="780" y="0"/>
                  </a:lnTo>
                  <a:lnTo>
                    <a:pt x="780" y="0"/>
                  </a:lnTo>
                  <a:lnTo>
                    <a:pt x="634" y="25"/>
                  </a:lnTo>
                  <a:lnTo>
                    <a:pt x="488" y="74"/>
                  </a:lnTo>
                  <a:lnTo>
                    <a:pt x="342" y="122"/>
                  </a:lnTo>
                  <a:lnTo>
                    <a:pt x="220" y="220"/>
                  </a:lnTo>
                  <a:lnTo>
                    <a:pt x="122" y="341"/>
                  </a:lnTo>
                  <a:lnTo>
                    <a:pt x="74" y="488"/>
                  </a:lnTo>
                  <a:lnTo>
                    <a:pt x="25" y="634"/>
                  </a:lnTo>
                  <a:lnTo>
                    <a:pt x="1" y="780"/>
                  </a:lnTo>
                  <a:lnTo>
                    <a:pt x="1" y="17731"/>
                  </a:lnTo>
                  <a:lnTo>
                    <a:pt x="1" y="17731"/>
                  </a:lnTo>
                  <a:lnTo>
                    <a:pt x="25" y="17877"/>
                  </a:lnTo>
                  <a:lnTo>
                    <a:pt x="74" y="18023"/>
                  </a:lnTo>
                  <a:lnTo>
                    <a:pt x="122" y="18169"/>
                  </a:lnTo>
                  <a:lnTo>
                    <a:pt x="220" y="18291"/>
                  </a:lnTo>
                  <a:lnTo>
                    <a:pt x="342" y="18388"/>
                  </a:lnTo>
                  <a:lnTo>
                    <a:pt x="488" y="18437"/>
                  </a:lnTo>
                  <a:lnTo>
                    <a:pt x="634" y="18486"/>
                  </a:lnTo>
                  <a:lnTo>
                    <a:pt x="780" y="18510"/>
                  </a:lnTo>
                  <a:lnTo>
                    <a:pt x="14321" y="18510"/>
                  </a:lnTo>
                  <a:lnTo>
                    <a:pt x="14321" y="18510"/>
                  </a:lnTo>
                  <a:lnTo>
                    <a:pt x="14467" y="18486"/>
                  </a:lnTo>
                  <a:lnTo>
                    <a:pt x="14614" y="18437"/>
                  </a:lnTo>
                  <a:lnTo>
                    <a:pt x="14760" y="18388"/>
                  </a:lnTo>
                  <a:lnTo>
                    <a:pt x="14881" y="18291"/>
                  </a:lnTo>
                  <a:lnTo>
                    <a:pt x="14979" y="18169"/>
                  </a:lnTo>
                  <a:lnTo>
                    <a:pt x="15028" y="18023"/>
                  </a:lnTo>
                  <a:lnTo>
                    <a:pt x="15076" y="17877"/>
                  </a:lnTo>
                  <a:lnTo>
                    <a:pt x="15101" y="17731"/>
                  </a:lnTo>
                  <a:lnTo>
                    <a:pt x="15101" y="780"/>
                  </a:lnTo>
                  <a:lnTo>
                    <a:pt x="15101" y="780"/>
                  </a:lnTo>
                  <a:lnTo>
                    <a:pt x="15076" y="634"/>
                  </a:lnTo>
                  <a:lnTo>
                    <a:pt x="15028" y="488"/>
                  </a:lnTo>
                  <a:lnTo>
                    <a:pt x="14979" y="341"/>
                  </a:lnTo>
                  <a:lnTo>
                    <a:pt x="14881" y="220"/>
                  </a:lnTo>
                  <a:lnTo>
                    <a:pt x="14760" y="122"/>
                  </a:lnTo>
                  <a:lnTo>
                    <a:pt x="14614" y="74"/>
                  </a:lnTo>
                  <a:lnTo>
                    <a:pt x="14467" y="25"/>
                  </a:lnTo>
                  <a:lnTo>
                    <a:pt x="14321" y="0"/>
                  </a:lnTo>
                  <a:lnTo>
                    <a:pt x="14321" y="0"/>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197;p12">
              <a:extLst>
                <a:ext uri="{FF2B5EF4-FFF2-40B4-BE49-F238E27FC236}">
                  <a16:creationId xmlns:a16="http://schemas.microsoft.com/office/drawing/2014/main" id="{781FCD57-4F1C-3509-678B-54B53FD2FE22}"/>
                </a:ext>
              </a:extLst>
            </p:cNvPr>
            <p:cNvSpPr/>
            <p:nvPr/>
          </p:nvSpPr>
          <p:spPr>
            <a:xfrm>
              <a:off x="796650" y="274025"/>
              <a:ext cx="45100" cy="45100"/>
            </a:xfrm>
            <a:custGeom>
              <a:avLst/>
              <a:gdLst/>
              <a:ahLst/>
              <a:cxnLst/>
              <a:rect l="l" t="t" r="r" b="b"/>
              <a:pathLst>
                <a:path w="1804" h="1804" fill="none" extrusionOk="0">
                  <a:moveTo>
                    <a:pt x="902" y="1"/>
                  </a:moveTo>
                  <a:lnTo>
                    <a:pt x="902" y="1"/>
                  </a:lnTo>
                  <a:lnTo>
                    <a:pt x="1073" y="25"/>
                  </a:lnTo>
                  <a:lnTo>
                    <a:pt x="1243" y="74"/>
                  </a:lnTo>
                  <a:lnTo>
                    <a:pt x="1414" y="147"/>
                  </a:lnTo>
                  <a:lnTo>
                    <a:pt x="1535" y="269"/>
                  </a:lnTo>
                  <a:lnTo>
                    <a:pt x="1657" y="391"/>
                  </a:lnTo>
                  <a:lnTo>
                    <a:pt x="1730" y="561"/>
                  </a:lnTo>
                  <a:lnTo>
                    <a:pt x="1779" y="732"/>
                  </a:lnTo>
                  <a:lnTo>
                    <a:pt x="1803" y="902"/>
                  </a:lnTo>
                  <a:lnTo>
                    <a:pt x="1803" y="902"/>
                  </a:lnTo>
                  <a:lnTo>
                    <a:pt x="1779" y="1073"/>
                  </a:lnTo>
                  <a:lnTo>
                    <a:pt x="1730" y="1243"/>
                  </a:lnTo>
                  <a:lnTo>
                    <a:pt x="1657" y="1414"/>
                  </a:lnTo>
                  <a:lnTo>
                    <a:pt x="1535" y="1535"/>
                  </a:lnTo>
                  <a:lnTo>
                    <a:pt x="1414" y="1657"/>
                  </a:lnTo>
                  <a:lnTo>
                    <a:pt x="1243" y="1730"/>
                  </a:lnTo>
                  <a:lnTo>
                    <a:pt x="1073" y="1779"/>
                  </a:lnTo>
                  <a:lnTo>
                    <a:pt x="902" y="1803"/>
                  </a:lnTo>
                  <a:lnTo>
                    <a:pt x="902" y="1803"/>
                  </a:lnTo>
                  <a:lnTo>
                    <a:pt x="732" y="1779"/>
                  </a:lnTo>
                  <a:lnTo>
                    <a:pt x="561" y="1730"/>
                  </a:lnTo>
                  <a:lnTo>
                    <a:pt x="391" y="1657"/>
                  </a:lnTo>
                  <a:lnTo>
                    <a:pt x="269" y="1535"/>
                  </a:lnTo>
                  <a:lnTo>
                    <a:pt x="147" y="1414"/>
                  </a:lnTo>
                  <a:lnTo>
                    <a:pt x="74" y="1243"/>
                  </a:lnTo>
                  <a:lnTo>
                    <a:pt x="25" y="1073"/>
                  </a:lnTo>
                  <a:lnTo>
                    <a:pt x="1" y="902"/>
                  </a:lnTo>
                  <a:lnTo>
                    <a:pt x="1" y="902"/>
                  </a:lnTo>
                  <a:lnTo>
                    <a:pt x="25" y="732"/>
                  </a:lnTo>
                  <a:lnTo>
                    <a:pt x="74" y="561"/>
                  </a:lnTo>
                  <a:lnTo>
                    <a:pt x="147" y="391"/>
                  </a:lnTo>
                  <a:lnTo>
                    <a:pt x="269" y="269"/>
                  </a:lnTo>
                  <a:lnTo>
                    <a:pt x="391" y="147"/>
                  </a:lnTo>
                  <a:lnTo>
                    <a:pt x="561" y="74"/>
                  </a:lnTo>
                  <a:lnTo>
                    <a:pt x="732" y="25"/>
                  </a:lnTo>
                  <a:lnTo>
                    <a:pt x="902" y="1"/>
                  </a:lnTo>
                  <a:lnTo>
                    <a:pt x="902"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198;p12">
              <a:extLst>
                <a:ext uri="{FF2B5EF4-FFF2-40B4-BE49-F238E27FC236}">
                  <a16:creationId xmlns:a16="http://schemas.microsoft.com/office/drawing/2014/main" id="{12399750-C666-FBCC-EAB8-35253F55B7A9}"/>
                </a:ext>
              </a:extLst>
            </p:cNvPr>
            <p:cNvSpPr/>
            <p:nvPr/>
          </p:nvSpPr>
          <p:spPr>
            <a:xfrm>
              <a:off x="713850" y="274025"/>
              <a:ext cx="45075" cy="45100"/>
            </a:xfrm>
            <a:custGeom>
              <a:avLst/>
              <a:gdLst/>
              <a:ahLst/>
              <a:cxnLst/>
              <a:rect l="l" t="t" r="r" b="b"/>
              <a:pathLst>
                <a:path w="1803" h="1804" fill="none" extrusionOk="0">
                  <a:moveTo>
                    <a:pt x="902" y="1"/>
                  </a:moveTo>
                  <a:lnTo>
                    <a:pt x="902" y="1"/>
                  </a:lnTo>
                  <a:lnTo>
                    <a:pt x="1072" y="25"/>
                  </a:lnTo>
                  <a:lnTo>
                    <a:pt x="1243" y="74"/>
                  </a:lnTo>
                  <a:lnTo>
                    <a:pt x="1413" y="147"/>
                  </a:lnTo>
                  <a:lnTo>
                    <a:pt x="1535" y="269"/>
                  </a:lnTo>
                  <a:lnTo>
                    <a:pt x="1657" y="391"/>
                  </a:lnTo>
                  <a:lnTo>
                    <a:pt x="1730" y="561"/>
                  </a:lnTo>
                  <a:lnTo>
                    <a:pt x="1779" y="732"/>
                  </a:lnTo>
                  <a:lnTo>
                    <a:pt x="1803" y="902"/>
                  </a:lnTo>
                  <a:lnTo>
                    <a:pt x="1803" y="902"/>
                  </a:lnTo>
                  <a:lnTo>
                    <a:pt x="1779" y="1073"/>
                  </a:lnTo>
                  <a:lnTo>
                    <a:pt x="1730" y="1243"/>
                  </a:lnTo>
                  <a:lnTo>
                    <a:pt x="1657" y="1414"/>
                  </a:lnTo>
                  <a:lnTo>
                    <a:pt x="1535" y="1535"/>
                  </a:lnTo>
                  <a:lnTo>
                    <a:pt x="1413" y="1657"/>
                  </a:lnTo>
                  <a:lnTo>
                    <a:pt x="1243" y="1730"/>
                  </a:lnTo>
                  <a:lnTo>
                    <a:pt x="1072" y="1779"/>
                  </a:lnTo>
                  <a:lnTo>
                    <a:pt x="902" y="1803"/>
                  </a:lnTo>
                  <a:lnTo>
                    <a:pt x="902" y="1803"/>
                  </a:lnTo>
                  <a:lnTo>
                    <a:pt x="731" y="1779"/>
                  </a:lnTo>
                  <a:lnTo>
                    <a:pt x="561" y="1730"/>
                  </a:lnTo>
                  <a:lnTo>
                    <a:pt x="390" y="1657"/>
                  </a:lnTo>
                  <a:lnTo>
                    <a:pt x="269" y="1535"/>
                  </a:lnTo>
                  <a:lnTo>
                    <a:pt x="147" y="1414"/>
                  </a:lnTo>
                  <a:lnTo>
                    <a:pt x="74" y="1243"/>
                  </a:lnTo>
                  <a:lnTo>
                    <a:pt x="25" y="1073"/>
                  </a:lnTo>
                  <a:lnTo>
                    <a:pt x="1" y="902"/>
                  </a:lnTo>
                  <a:lnTo>
                    <a:pt x="1" y="902"/>
                  </a:lnTo>
                  <a:lnTo>
                    <a:pt x="25" y="732"/>
                  </a:lnTo>
                  <a:lnTo>
                    <a:pt x="74" y="561"/>
                  </a:lnTo>
                  <a:lnTo>
                    <a:pt x="147" y="391"/>
                  </a:lnTo>
                  <a:lnTo>
                    <a:pt x="269" y="269"/>
                  </a:lnTo>
                  <a:lnTo>
                    <a:pt x="390" y="147"/>
                  </a:lnTo>
                  <a:lnTo>
                    <a:pt x="561" y="74"/>
                  </a:lnTo>
                  <a:lnTo>
                    <a:pt x="731" y="25"/>
                  </a:lnTo>
                  <a:lnTo>
                    <a:pt x="902" y="1"/>
                  </a:lnTo>
                  <a:lnTo>
                    <a:pt x="902"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99;p12">
              <a:extLst>
                <a:ext uri="{FF2B5EF4-FFF2-40B4-BE49-F238E27FC236}">
                  <a16:creationId xmlns:a16="http://schemas.microsoft.com/office/drawing/2014/main" id="{8D386294-3FDA-0445-625F-B42D449F47D0}"/>
                </a:ext>
              </a:extLst>
            </p:cNvPr>
            <p:cNvSpPr/>
            <p:nvPr/>
          </p:nvSpPr>
          <p:spPr>
            <a:xfrm>
              <a:off x="631050" y="274025"/>
              <a:ext cx="45075" cy="45100"/>
            </a:xfrm>
            <a:custGeom>
              <a:avLst/>
              <a:gdLst/>
              <a:ahLst/>
              <a:cxnLst/>
              <a:rect l="l" t="t" r="r" b="b"/>
              <a:pathLst>
                <a:path w="1803" h="1804" fill="none" extrusionOk="0">
                  <a:moveTo>
                    <a:pt x="0" y="902"/>
                  </a:moveTo>
                  <a:lnTo>
                    <a:pt x="0" y="902"/>
                  </a:lnTo>
                  <a:lnTo>
                    <a:pt x="25" y="732"/>
                  </a:lnTo>
                  <a:lnTo>
                    <a:pt x="73" y="561"/>
                  </a:lnTo>
                  <a:lnTo>
                    <a:pt x="147" y="391"/>
                  </a:lnTo>
                  <a:lnTo>
                    <a:pt x="268" y="269"/>
                  </a:lnTo>
                  <a:lnTo>
                    <a:pt x="390" y="147"/>
                  </a:lnTo>
                  <a:lnTo>
                    <a:pt x="561" y="74"/>
                  </a:lnTo>
                  <a:lnTo>
                    <a:pt x="731" y="25"/>
                  </a:lnTo>
                  <a:lnTo>
                    <a:pt x="902" y="1"/>
                  </a:lnTo>
                  <a:lnTo>
                    <a:pt x="902" y="1"/>
                  </a:lnTo>
                  <a:lnTo>
                    <a:pt x="1072" y="25"/>
                  </a:lnTo>
                  <a:lnTo>
                    <a:pt x="1243" y="74"/>
                  </a:lnTo>
                  <a:lnTo>
                    <a:pt x="1413" y="147"/>
                  </a:lnTo>
                  <a:lnTo>
                    <a:pt x="1535" y="269"/>
                  </a:lnTo>
                  <a:lnTo>
                    <a:pt x="1657" y="391"/>
                  </a:lnTo>
                  <a:lnTo>
                    <a:pt x="1730" y="561"/>
                  </a:lnTo>
                  <a:lnTo>
                    <a:pt x="1778" y="732"/>
                  </a:lnTo>
                  <a:lnTo>
                    <a:pt x="1803" y="902"/>
                  </a:lnTo>
                  <a:lnTo>
                    <a:pt x="1803" y="902"/>
                  </a:lnTo>
                  <a:lnTo>
                    <a:pt x="1778" y="1073"/>
                  </a:lnTo>
                  <a:lnTo>
                    <a:pt x="1730" y="1243"/>
                  </a:lnTo>
                  <a:lnTo>
                    <a:pt x="1657" y="1414"/>
                  </a:lnTo>
                  <a:lnTo>
                    <a:pt x="1535" y="1535"/>
                  </a:lnTo>
                  <a:lnTo>
                    <a:pt x="1413" y="1657"/>
                  </a:lnTo>
                  <a:lnTo>
                    <a:pt x="1243" y="1730"/>
                  </a:lnTo>
                  <a:lnTo>
                    <a:pt x="1072" y="1779"/>
                  </a:lnTo>
                  <a:lnTo>
                    <a:pt x="902" y="1803"/>
                  </a:lnTo>
                  <a:lnTo>
                    <a:pt x="902" y="1803"/>
                  </a:lnTo>
                  <a:lnTo>
                    <a:pt x="731" y="1779"/>
                  </a:lnTo>
                  <a:lnTo>
                    <a:pt x="561" y="1730"/>
                  </a:lnTo>
                  <a:lnTo>
                    <a:pt x="390" y="1657"/>
                  </a:lnTo>
                  <a:lnTo>
                    <a:pt x="268" y="1535"/>
                  </a:lnTo>
                  <a:lnTo>
                    <a:pt x="147" y="1414"/>
                  </a:lnTo>
                  <a:lnTo>
                    <a:pt x="73" y="1243"/>
                  </a:lnTo>
                  <a:lnTo>
                    <a:pt x="25" y="1073"/>
                  </a:lnTo>
                  <a:lnTo>
                    <a:pt x="0" y="902"/>
                  </a:lnTo>
                  <a:lnTo>
                    <a:pt x="0" y="902"/>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200;p12">
              <a:extLst>
                <a:ext uri="{FF2B5EF4-FFF2-40B4-BE49-F238E27FC236}">
                  <a16:creationId xmlns:a16="http://schemas.microsoft.com/office/drawing/2014/main" id="{38F05F82-4C6F-E44F-03F9-E155BDB97CAC}"/>
                </a:ext>
              </a:extLst>
            </p:cNvPr>
            <p:cNvSpPr/>
            <p:nvPr/>
          </p:nvSpPr>
          <p:spPr>
            <a:xfrm>
              <a:off x="649925" y="590050"/>
              <a:ext cx="133975" cy="25"/>
            </a:xfrm>
            <a:custGeom>
              <a:avLst/>
              <a:gdLst/>
              <a:ahLst/>
              <a:cxnLst/>
              <a:rect l="l" t="t" r="r" b="b"/>
              <a:pathLst>
                <a:path w="5359" h="1" fill="none" extrusionOk="0">
                  <a:moveTo>
                    <a:pt x="5358" y="0"/>
                  </a:moveTo>
                  <a:lnTo>
                    <a:pt x="0" y="0"/>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201;p12">
              <a:extLst>
                <a:ext uri="{FF2B5EF4-FFF2-40B4-BE49-F238E27FC236}">
                  <a16:creationId xmlns:a16="http://schemas.microsoft.com/office/drawing/2014/main" id="{2F247E77-6115-651B-C872-2065610F6895}"/>
                </a:ext>
              </a:extLst>
            </p:cNvPr>
            <p:cNvSpPr/>
            <p:nvPr/>
          </p:nvSpPr>
          <p:spPr>
            <a:xfrm>
              <a:off x="649925" y="534625"/>
              <a:ext cx="255750" cy="25"/>
            </a:xfrm>
            <a:custGeom>
              <a:avLst/>
              <a:gdLst/>
              <a:ahLst/>
              <a:cxnLst/>
              <a:rect l="l" t="t" r="r" b="b"/>
              <a:pathLst>
                <a:path w="10230" h="1" fill="none" extrusionOk="0">
                  <a:moveTo>
                    <a:pt x="10229" y="1"/>
                  </a:moveTo>
                  <a:lnTo>
                    <a:pt x="0"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202;p12">
              <a:extLst>
                <a:ext uri="{FF2B5EF4-FFF2-40B4-BE49-F238E27FC236}">
                  <a16:creationId xmlns:a16="http://schemas.microsoft.com/office/drawing/2014/main" id="{39ECDE44-634D-8368-B5A4-1D4783D96839}"/>
                </a:ext>
              </a:extLst>
            </p:cNvPr>
            <p:cNvSpPr/>
            <p:nvPr/>
          </p:nvSpPr>
          <p:spPr>
            <a:xfrm>
              <a:off x="649925" y="479825"/>
              <a:ext cx="255750" cy="25"/>
            </a:xfrm>
            <a:custGeom>
              <a:avLst/>
              <a:gdLst/>
              <a:ahLst/>
              <a:cxnLst/>
              <a:rect l="l" t="t" r="r" b="b"/>
              <a:pathLst>
                <a:path w="10230" h="1" fill="none" extrusionOk="0">
                  <a:moveTo>
                    <a:pt x="10229" y="1"/>
                  </a:moveTo>
                  <a:lnTo>
                    <a:pt x="0"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203;p12">
              <a:extLst>
                <a:ext uri="{FF2B5EF4-FFF2-40B4-BE49-F238E27FC236}">
                  <a16:creationId xmlns:a16="http://schemas.microsoft.com/office/drawing/2014/main" id="{8F137110-E5B2-AB0D-239C-4E54B3A5093D}"/>
                </a:ext>
              </a:extLst>
            </p:cNvPr>
            <p:cNvSpPr/>
            <p:nvPr/>
          </p:nvSpPr>
          <p:spPr>
            <a:xfrm>
              <a:off x="649925" y="424425"/>
              <a:ext cx="255750" cy="25"/>
            </a:xfrm>
            <a:custGeom>
              <a:avLst/>
              <a:gdLst/>
              <a:ahLst/>
              <a:cxnLst/>
              <a:rect l="l" t="t" r="r" b="b"/>
              <a:pathLst>
                <a:path w="10230" h="1" fill="none" extrusionOk="0">
                  <a:moveTo>
                    <a:pt x="10229" y="1"/>
                  </a:moveTo>
                  <a:lnTo>
                    <a:pt x="0"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204;p12">
              <a:extLst>
                <a:ext uri="{FF2B5EF4-FFF2-40B4-BE49-F238E27FC236}">
                  <a16:creationId xmlns:a16="http://schemas.microsoft.com/office/drawing/2014/main" id="{1AD50591-E40E-2238-78D7-EC837D5DBE1A}"/>
                </a:ext>
              </a:extLst>
            </p:cNvPr>
            <p:cNvSpPr/>
            <p:nvPr/>
          </p:nvSpPr>
          <p:spPr>
            <a:xfrm>
              <a:off x="879475" y="274025"/>
              <a:ext cx="45075" cy="45100"/>
            </a:xfrm>
            <a:custGeom>
              <a:avLst/>
              <a:gdLst/>
              <a:ahLst/>
              <a:cxnLst/>
              <a:rect l="l" t="t" r="r" b="b"/>
              <a:pathLst>
                <a:path w="1803" h="1804" fill="none" extrusionOk="0">
                  <a:moveTo>
                    <a:pt x="901" y="1803"/>
                  </a:moveTo>
                  <a:lnTo>
                    <a:pt x="901" y="1803"/>
                  </a:lnTo>
                  <a:lnTo>
                    <a:pt x="731" y="1779"/>
                  </a:lnTo>
                  <a:lnTo>
                    <a:pt x="560" y="1730"/>
                  </a:lnTo>
                  <a:lnTo>
                    <a:pt x="390" y="1657"/>
                  </a:lnTo>
                  <a:lnTo>
                    <a:pt x="268" y="1535"/>
                  </a:lnTo>
                  <a:lnTo>
                    <a:pt x="146" y="1414"/>
                  </a:lnTo>
                  <a:lnTo>
                    <a:pt x="73" y="1243"/>
                  </a:lnTo>
                  <a:lnTo>
                    <a:pt x="25" y="1073"/>
                  </a:lnTo>
                  <a:lnTo>
                    <a:pt x="0" y="902"/>
                  </a:lnTo>
                  <a:lnTo>
                    <a:pt x="0" y="902"/>
                  </a:lnTo>
                  <a:lnTo>
                    <a:pt x="25" y="732"/>
                  </a:lnTo>
                  <a:lnTo>
                    <a:pt x="73" y="561"/>
                  </a:lnTo>
                  <a:lnTo>
                    <a:pt x="146" y="391"/>
                  </a:lnTo>
                  <a:lnTo>
                    <a:pt x="268" y="269"/>
                  </a:lnTo>
                  <a:lnTo>
                    <a:pt x="390" y="147"/>
                  </a:lnTo>
                  <a:lnTo>
                    <a:pt x="560" y="74"/>
                  </a:lnTo>
                  <a:lnTo>
                    <a:pt x="731" y="25"/>
                  </a:lnTo>
                  <a:lnTo>
                    <a:pt x="901" y="1"/>
                  </a:lnTo>
                  <a:lnTo>
                    <a:pt x="901" y="1"/>
                  </a:lnTo>
                  <a:lnTo>
                    <a:pt x="1072" y="25"/>
                  </a:lnTo>
                  <a:lnTo>
                    <a:pt x="1242" y="74"/>
                  </a:lnTo>
                  <a:lnTo>
                    <a:pt x="1413" y="147"/>
                  </a:lnTo>
                  <a:lnTo>
                    <a:pt x="1535" y="269"/>
                  </a:lnTo>
                  <a:lnTo>
                    <a:pt x="1656" y="391"/>
                  </a:lnTo>
                  <a:lnTo>
                    <a:pt x="1729" y="561"/>
                  </a:lnTo>
                  <a:lnTo>
                    <a:pt x="1778" y="732"/>
                  </a:lnTo>
                  <a:lnTo>
                    <a:pt x="1802" y="902"/>
                  </a:lnTo>
                  <a:lnTo>
                    <a:pt x="1802" y="902"/>
                  </a:lnTo>
                  <a:lnTo>
                    <a:pt x="1778" y="1073"/>
                  </a:lnTo>
                  <a:lnTo>
                    <a:pt x="1729" y="1243"/>
                  </a:lnTo>
                  <a:lnTo>
                    <a:pt x="1656" y="1414"/>
                  </a:lnTo>
                  <a:lnTo>
                    <a:pt x="1535" y="1535"/>
                  </a:lnTo>
                  <a:lnTo>
                    <a:pt x="1413" y="1657"/>
                  </a:lnTo>
                  <a:lnTo>
                    <a:pt x="1242" y="1730"/>
                  </a:lnTo>
                  <a:lnTo>
                    <a:pt x="1072" y="1779"/>
                  </a:lnTo>
                  <a:lnTo>
                    <a:pt x="901" y="1803"/>
                  </a:lnTo>
                  <a:lnTo>
                    <a:pt x="901" y="1803"/>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205;p12">
              <a:extLst>
                <a:ext uri="{FF2B5EF4-FFF2-40B4-BE49-F238E27FC236}">
                  <a16:creationId xmlns:a16="http://schemas.microsoft.com/office/drawing/2014/main" id="{99F72847-A6D3-E72B-2EFA-6F98993D4B96}"/>
                </a:ext>
              </a:extLst>
            </p:cNvPr>
            <p:cNvSpPr/>
            <p:nvPr/>
          </p:nvSpPr>
          <p:spPr>
            <a:xfrm>
              <a:off x="654800" y="244200"/>
              <a:ext cx="25" cy="51175"/>
            </a:xfrm>
            <a:custGeom>
              <a:avLst/>
              <a:gdLst/>
              <a:ahLst/>
              <a:cxnLst/>
              <a:rect l="l" t="t" r="r" b="b"/>
              <a:pathLst>
                <a:path w="1" h="2047" fill="none" extrusionOk="0">
                  <a:moveTo>
                    <a:pt x="0" y="1"/>
                  </a:moveTo>
                  <a:lnTo>
                    <a:pt x="0" y="2046"/>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206;p12">
              <a:extLst>
                <a:ext uri="{FF2B5EF4-FFF2-40B4-BE49-F238E27FC236}">
                  <a16:creationId xmlns:a16="http://schemas.microsoft.com/office/drawing/2014/main" id="{681299EF-32FE-3491-2E9B-83BEDE1E7CCE}"/>
                </a:ext>
              </a:extLst>
            </p:cNvPr>
            <p:cNvSpPr/>
            <p:nvPr/>
          </p:nvSpPr>
          <p:spPr>
            <a:xfrm>
              <a:off x="737600" y="244200"/>
              <a:ext cx="25" cy="51175"/>
            </a:xfrm>
            <a:custGeom>
              <a:avLst/>
              <a:gdLst/>
              <a:ahLst/>
              <a:cxnLst/>
              <a:rect l="l" t="t" r="r" b="b"/>
              <a:pathLst>
                <a:path w="1" h="2047" fill="none" extrusionOk="0">
                  <a:moveTo>
                    <a:pt x="1" y="1"/>
                  </a:moveTo>
                  <a:lnTo>
                    <a:pt x="1" y="2046"/>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207;p12">
              <a:extLst>
                <a:ext uri="{FF2B5EF4-FFF2-40B4-BE49-F238E27FC236}">
                  <a16:creationId xmlns:a16="http://schemas.microsoft.com/office/drawing/2014/main" id="{A630BEB5-E879-8A46-B5F4-D24C5296764E}"/>
                </a:ext>
              </a:extLst>
            </p:cNvPr>
            <p:cNvSpPr/>
            <p:nvPr/>
          </p:nvSpPr>
          <p:spPr>
            <a:xfrm>
              <a:off x="820400" y="244200"/>
              <a:ext cx="25" cy="51175"/>
            </a:xfrm>
            <a:custGeom>
              <a:avLst/>
              <a:gdLst/>
              <a:ahLst/>
              <a:cxnLst/>
              <a:rect l="l" t="t" r="r" b="b"/>
              <a:pathLst>
                <a:path w="1" h="2047" fill="none" extrusionOk="0">
                  <a:moveTo>
                    <a:pt x="1" y="1"/>
                  </a:moveTo>
                  <a:lnTo>
                    <a:pt x="1" y="2046"/>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8;p12">
              <a:extLst>
                <a:ext uri="{FF2B5EF4-FFF2-40B4-BE49-F238E27FC236}">
                  <a16:creationId xmlns:a16="http://schemas.microsoft.com/office/drawing/2014/main" id="{659BBFF7-FF0F-D6DA-429E-65B68E5D2B93}"/>
                </a:ext>
              </a:extLst>
            </p:cNvPr>
            <p:cNvSpPr/>
            <p:nvPr/>
          </p:nvSpPr>
          <p:spPr>
            <a:xfrm>
              <a:off x="903225" y="244200"/>
              <a:ext cx="25" cy="51175"/>
            </a:xfrm>
            <a:custGeom>
              <a:avLst/>
              <a:gdLst/>
              <a:ahLst/>
              <a:cxnLst/>
              <a:rect l="l" t="t" r="r" b="b"/>
              <a:pathLst>
                <a:path w="1" h="2047" fill="none" extrusionOk="0">
                  <a:moveTo>
                    <a:pt x="0" y="1"/>
                  </a:moveTo>
                  <a:lnTo>
                    <a:pt x="0" y="2046"/>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21" name="Picture 20">
            <a:extLst>
              <a:ext uri="{FF2B5EF4-FFF2-40B4-BE49-F238E27FC236}">
                <a16:creationId xmlns:a16="http://schemas.microsoft.com/office/drawing/2014/main" id="{6D6F7395-9892-1AF2-07CA-D0E2DBA04B54}"/>
              </a:ext>
            </a:extLst>
          </p:cNvPr>
          <p:cNvPicPr>
            <a:picLocks noChangeAspect="1"/>
          </p:cNvPicPr>
          <p:nvPr/>
        </p:nvPicPr>
        <p:blipFill>
          <a:blip r:embed="rId2"/>
          <a:stretch>
            <a:fillRect/>
          </a:stretch>
        </p:blipFill>
        <p:spPr>
          <a:xfrm>
            <a:off x="751032" y="2478470"/>
            <a:ext cx="5868796" cy="2665030"/>
          </a:xfrm>
          <a:prstGeom prst="rect">
            <a:avLst/>
          </a:prstGeom>
        </p:spPr>
      </p:pic>
    </p:spTree>
    <p:extLst>
      <p:ext uri="{BB962C8B-B14F-4D97-AF65-F5344CB8AC3E}">
        <p14:creationId xmlns:p14="http://schemas.microsoft.com/office/powerpoint/2010/main" val="2710502469"/>
      </p:ext>
    </p:extLst>
  </p:cSld>
  <p:clrMapOvr>
    <a:masterClrMapping/>
  </p:clrMapOvr>
  <p:transition>
    <p:fade thruBlk="1"/>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716B1E-72EB-CF6B-0103-65CFEDEA72D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2B23F32-DF7B-673B-41D8-A13A19F3A846}"/>
              </a:ext>
            </a:extLst>
          </p:cNvPr>
          <p:cNvSpPr>
            <a:spLocks noGrp="1"/>
          </p:cNvSpPr>
          <p:nvPr>
            <p:ph type="title"/>
          </p:nvPr>
        </p:nvSpPr>
        <p:spPr/>
        <p:txBody>
          <a:bodyPr/>
          <a:lstStyle/>
          <a:p>
            <a:r>
              <a:rPr lang="en-PH" dirty="0"/>
              <a:t>The Art of Debugging</a:t>
            </a:r>
            <a:endParaRPr lang="en-PH" dirty="0">
              <a:latin typeface="Roboto Condensed" panose="02000000000000000000" pitchFamily="2" charset="0"/>
              <a:ea typeface="Roboto Condensed" panose="02000000000000000000" pitchFamily="2" charset="0"/>
              <a:cs typeface="Roboto Condensed" panose="02000000000000000000" pitchFamily="2" charset="0"/>
            </a:endParaRPr>
          </a:p>
        </p:txBody>
      </p:sp>
      <p:sp>
        <p:nvSpPr>
          <p:cNvPr id="3" name="Text Placeholder 2">
            <a:extLst>
              <a:ext uri="{FF2B5EF4-FFF2-40B4-BE49-F238E27FC236}">
                <a16:creationId xmlns:a16="http://schemas.microsoft.com/office/drawing/2014/main" id="{29A5ADDF-BF18-CEF9-10D3-678C9F8A31FF}"/>
              </a:ext>
            </a:extLst>
          </p:cNvPr>
          <p:cNvSpPr>
            <a:spLocks noGrp="1"/>
          </p:cNvSpPr>
          <p:nvPr>
            <p:ph type="body" idx="1"/>
          </p:nvPr>
        </p:nvSpPr>
        <p:spPr>
          <a:xfrm>
            <a:off x="140124" y="1308259"/>
            <a:ext cx="8563151" cy="2724300"/>
          </a:xfrm>
        </p:spPr>
        <p:txBody>
          <a:bodyPr/>
          <a:lstStyle/>
          <a:p>
            <a:r>
              <a:rPr lang="en-PH" dirty="0">
                <a:latin typeface="Roboto Condensed" panose="02000000000000000000" pitchFamily="2" charset="0"/>
                <a:ea typeface="Roboto Condensed" panose="02000000000000000000" pitchFamily="2" charset="0"/>
                <a:cs typeface="Roboto Condensed" panose="02000000000000000000" pitchFamily="2" charset="0"/>
              </a:rPr>
              <a:t>Many first-year students panic when their code breaks. </a:t>
            </a:r>
            <a:r>
              <a:rPr lang="en-PH" b="1" dirty="0">
                <a:latin typeface="Roboto Condensed" panose="02000000000000000000" pitchFamily="2" charset="0"/>
                <a:ea typeface="Roboto Condensed" panose="02000000000000000000" pitchFamily="2" charset="0"/>
                <a:cs typeface="Roboto Condensed" panose="02000000000000000000" pitchFamily="2" charset="0"/>
              </a:rPr>
              <a:t>Do not panic.</a:t>
            </a:r>
            <a:r>
              <a:rPr lang="en-PH" dirty="0">
                <a:latin typeface="Roboto Condensed" panose="02000000000000000000" pitchFamily="2" charset="0"/>
                <a:ea typeface="Roboto Condensed" panose="02000000000000000000" pitchFamily="2" charset="0"/>
                <a:cs typeface="Roboto Condensed" panose="02000000000000000000" pitchFamily="2" charset="0"/>
              </a:rPr>
              <a:t> Breaking code is normal. Professional developers spend roughly 20% of their time writing new code and 80% of their time debugging it.</a:t>
            </a:r>
          </a:p>
          <a:p>
            <a:r>
              <a:rPr lang="en-PH" dirty="0">
                <a:latin typeface="Roboto Condensed" panose="02000000000000000000" pitchFamily="2" charset="0"/>
                <a:ea typeface="Roboto Condensed" panose="02000000000000000000" pitchFamily="2" charset="0"/>
                <a:cs typeface="Roboto Condensed" panose="02000000000000000000" pitchFamily="2" charset="0"/>
              </a:rPr>
              <a:t>Debugging is the methodical process of hunting down and fixing errors (bugs) in your code.</a:t>
            </a:r>
          </a:p>
        </p:txBody>
      </p:sp>
      <p:sp>
        <p:nvSpPr>
          <p:cNvPr id="5" name="Slide Number Placeholder 4">
            <a:extLst>
              <a:ext uri="{FF2B5EF4-FFF2-40B4-BE49-F238E27FC236}">
                <a16:creationId xmlns:a16="http://schemas.microsoft.com/office/drawing/2014/main" id="{55270F84-B9E1-98E5-1EE2-16069D023194}"/>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t>11</a:t>
            </a:fld>
            <a:endParaRPr lang="en-GB"/>
          </a:p>
        </p:txBody>
      </p:sp>
      <p:grpSp>
        <p:nvGrpSpPr>
          <p:cNvPr id="6" name="Google Shape;194;p12">
            <a:extLst>
              <a:ext uri="{FF2B5EF4-FFF2-40B4-BE49-F238E27FC236}">
                <a16:creationId xmlns:a16="http://schemas.microsoft.com/office/drawing/2014/main" id="{D11B4087-9C31-500C-3D53-671608C8AD23}"/>
              </a:ext>
            </a:extLst>
          </p:cNvPr>
          <p:cNvGrpSpPr/>
          <p:nvPr/>
        </p:nvGrpSpPr>
        <p:grpSpPr>
          <a:xfrm>
            <a:off x="293683" y="574116"/>
            <a:ext cx="309041" cy="403123"/>
            <a:chOff x="590250" y="244200"/>
            <a:chExt cx="407975" cy="532175"/>
          </a:xfrm>
        </p:grpSpPr>
        <p:sp>
          <p:nvSpPr>
            <p:cNvPr id="7" name="Google Shape;195;p12">
              <a:extLst>
                <a:ext uri="{FF2B5EF4-FFF2-40B4-BE49-F238E27FC236}">
                  <a16:creationId xmlns:a16="http://schemas.microsoft.com/office/drawing/2014/main" id="{08915BEE-8E1E-2D5E-F470-C03A0C0E71E3}"/>
                </a:ext>
              </a:extLst>
            </p:cNvPr>
            <p:cNvSpPr/>
            <p:nvPr/>
          </p:nvSpPr>
          <p:spPr>
            <a:xfrm>
              <a:off x="623125" y="313625"/>
              <a:ext cx="375100" cy="462750"/>
            </a:xfrm>
            <a:custGeom>
              <a:avLst/>
              <a:gdLst/>
              <a:ahLst/>
              <a:cxnLst/>
              <a:rect l="l" t="t" r="r" b="b"/>
              <a:pathLst>
                <a:path w="15004" h="18510" fill="none" extrusionOk="0">
                  <a:moveTo>
                    <a:pt x="1" y="17536"/>
                  </a:moveTo>
                  <a:lnTo>
                    <a:pt x="1" y="17536"/>
                  </a:lnTo>
                  <a:lnTo>
                    <a:pt x="1" y="17536"/>
                  </a:lnTo>
                  <a:lnTo>
                    <a:pt x="25" y="17682"/>
                  </a:lnTo>
                  <a:lnTo>
                    <a:pt x="49" y="17852"/>
                  </a:lnTo>
                  <a:lnTo>
                    <a:pt x="123" y="18023"/>
                  </a:lnTo>
                  <a:lnTo>
                    <a:pt x="220" y="18193"/>
                  </a:lnTo>
                  <a:lnTo>
                    <a:pt x="293" y="18291"/>
                  </a:lnTo>
                  <a:lnTo>
                    <a:pt x="390" y="18364"/>
                  </a:lnTo>
                  <a:lnTo>
                    <a:pt x="488" y="18412"/>
                  </a:lnTo>
                  <a:lnTo>
                    <a:pt x="610" y="18461"/>
                  </a:lnTo>
                  <a:lnTo>
                    <a:pt x="756" y="18510"/>
                  </a:lnTo>
                  <a:lnTo>
                    <a:pt x="926" y="18510"/>
                  </a:lnTo>
                  <a:lnTo>
                    <a:pt x="14468" y="18510"/>
                  </a:lnTo>
                  <a:lnTo>
                    <a:pt x="14468" y="18510"/>
                  </a:lnTo>
                  <a:lnTo>
                    <a:pt x="14541" y="18510"/>
                  </a:lnTo>
                  <a:lnTo>
                    <a:pt x="14614" y="18485"/>
                  </a:lnTo>
                  <a:lnTo>
                    <a:pt x="14736" y="18412"/>
                  </a:lnTo>
                  <a:lnTo>
                    <a:pt x="14833" y="18291"/>
                  </a:lnTo>
                  <a:lnTo>
                    <a:pt x="14906" y="18144"/>
                  </a:lnTo>
                  <a:lnTo>
                    <a:pt x="14955" y="17974"/>
                  </a:lnTo>
                  <a:lnTo>
                    <a:pt x="14979" y="17779"/>
                  </a:lnTo>
                  <a:lnTo>
                    <a:pt x="15003" y="17438"/>
                  </a:lnTo>
                  <a:lnTo>
                    <a:pt x="15003" y="487"/>
                  </a:lnTo>
                  <a:lnTo>
                    <a:pt x="15003" y="487"/>
                  </a:lnTo>
                  <a:lnTo>
                    <a:pt x="15003" y="341"/>
                  </a:lnTo>
                  <a:lnTo>
                    <a:pt x="14979" y="219"/>
                  </a:lnTo>
                  <a:lnTo>
                    <a:pt x="14955" y="146"/>
                  </a:lnTo>
                  <a:lnTo>
                    <a:pt x="14906" y="73"/>
                  </a:lnTo>
                  <a:lnTo>
                    <a:pt x="14833" y="49"/>
                  </a:lnTo>
                  <a:lnTo>
                    <a:pt x="14736" y="24"/>
                  </a:lnTo>
                  <a:lnTo>
                    <a:pt x="14468" y="0"/>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196;p12">
              <a:extLst>
                <a:ext uri="{FF2B5EF4-FFF2-40B4-BE49-F238E27FC236}">
                  <a16:creationId xmlns:a16="http://schemas.microsoft.com/office/drawing/2014/main" id="{51B38269-AC86-5A3F-1987-A1B3C9CCAD11}"/>
                </a:ext>
              </a:extLst>
            </p:cNvPr>
            <p:cNvSpPr/>
            <p:nvPr/>
          </p:nvSpPr>
          <p:spPr>
            <a:xfrm>
              <a:off x="590250" y="269775"/>
              <a:ext cx="377525" cy="462775"/>
            </a:xfrm>
            <a:custGeom>
              <a:avLst/>
              <a:gdLst/>
              <a:ahLst/>
              <a:cxnLst/>
              <a:rect l="l" t="t" r="r" b="b"/>
              <a:pathLst>
                <a:path w="15101" h="18511" fill="none" extrusionOk="0">
                  <a:moveTo>
                    <a:pt x="14321" y="0"/>
                  </a:moveTo>
                  <a:lnTo>
                    <a:pt x="780" y="0"/>
                  </a:lnTo>
                  <a:lnTo>
                    <a:pt x="780" y="0"/>
                  </a:lnTo>
                  <a:lnTo>
                    <a:pt x="634" y="25"/>
                  </a:lnTo>
                  <a:lnTo>
                    <a:pt x="488" y="74"/>
                  </a:lnTo>
                  <a:lnTo>
                    <a:pt x="342" y="122"/>
                  </a:lnTo>
                  <a:lnTo>
                    <a:pt x="220" y="220"/>
                  </a:lnTo>
                  <a:lnTo>
                    <a:pt x="122" y="341"/>
                  </a:lnTo>
                  <a:lnTo>
                    <a:pt x="74" y="488"/>
                  </a:lnTo>
                  <a:lnTo>
                    <a:pt x="25" y="634"/>
                  </a:lnTo>
                  <a:lnTo>
                    <a:pt x="1" y="780"/>
                  </a:lnTo>
                  <a:lnTo>
                    <a:pt x="1" y="17731"/>
                  </a:lnTo>
                  <a:lnTo>
                    <a:pt x="1" y="17731"/>
                  </a:lnTo>
                  <a:lnTo>
                    <a:pt x="25" y="17877"/>
                  </a:lnTo>
                  <a:lnTo>
                    <a:pt x="74" y="18023"/>
                  </a:lnTo>
                  <a:lnTo>
                    <a:pt x="122" y="18169"/>
                  </a:lnTo>
                  <a:lnTo>
                    <a:pt x="220" y="18291"/>
                  </a:lnTo>
                  <a:lnTo>
                    <a:pt x="342" y="18388"/>
                  </a:lnTo>
                  <a:lnTo>
                    <a:pt x="488" y="18437"/>
                  </a:lnTo>
                  <a:lnTo>
                    <a:pt x="634" y="18486"/>
                  </a:lnTo>
                  <a:lnTo>
                    <a:pt x="780" y="18510"/>
                  </a:lnTo>
                  <a:lnTo>
                    <a:pt x="14321" y="18510"/>
                  </a:lnTo>
                  <a:lnTo>
                    <a:pt x="14321" y="18510"/>
                  </a:lnTo>
                  <a:lnTo>
                    <a:pt x="14467" y="18486"/>
                  </a:lnTo>
                  <a:lnTo>
                    <a:pt x="14614" y="18437"/>
                  </a:lnTo>
                  <a:lnTo>
                    <a:pt x="14760" y="18388"/>
                  </a:lnTo>
                  <a:lnTo>
                    <a:pt x="14881" y="18291"/>
                  </a:lnTo>
                  <a:lnTo>
                    <a:pt x="14979" y="18169"/>
                  </a:lnTo>
                  <a:lnTo>
                    <a:pt x="15028" y="18023"/>
                  </a:lnTo>
                  <a:lnTo>
                    <a:pt x="15076" y="17877"/>
                  </a:lnTo>
                  <a:lnTo>
                    <a:pt x="15101" y="17731"/>
                  </a:lnTo>
                  <a:lnTo>
                    <a:pt x="15101" y="780"/>
                  </a:lnTo>
                  <a:lnTo>
                    <a:pt x="15101" y="780"/>
                  </a:lnTo>
                  <a:lnTo>
                    <a:pt x="15076" y="634"/>
                  </a:lnTo>
                  <a:lnTo>
                    <a:pt x="15028" y="488"/>
                  </a:lnTo>
                  <a:lnTo>
                    <a:pt x="14979" y="341"/>
                  </a:lnTo>
                  <a:lnTo>
                    <a:pt x="14881" y="220"/>
                  </a:lnTo>
                  <a:lnTo>
                    <a:pt x="14760" y="122"/>
                  </a:lnTo>
                  <a:lnTo>
                    <a:pt x="14614" y="74"/>
                  </a:lnTo>
                  <a:lnTo>
                    <a:pt x="14467" y="25"/>
                  </a:lnTo>
                  <a:lnTo>
                    <a:pt x="14321" y="0"/>
                  </a:lnTo>
                  <a:lnTo>
                    <a:pt x="14321" y="0"/>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197;p12">
              <a:extLst>
                <a:ext uri="{FF2B5EF4-FFF2-40B4-BE49-F238E27FC236}">
                  <a16:creationId xmlns:a16="http://schemas.microsoft.com/office/drawing/2014/main" id="{03D8D846-5D3D-2012-8C68-A6CC113F00F2}"/>
                </a:ext>
              </a:extLst>
            </p:cNvPr>
            <p:cNvSpPr/>
            <p:nvPr/>
          </p:nvSpPr>
          <p:spPr>
            <a:xfrm>
              <a:off x="796650" y="274025"/>
              <a:ext cx="45100" cy="45100"/>
            </a:xfrm>
            <a:custGeom>
              <a:avLst/>
              <a:gdLst/>
              <a:ahLst/>
              <a:cxnLst/>
              <a:rect l="l" t="t" r="r" b="b"/>
              <a:pathLst>
                <a:path w="1804" h="1804" fill="none" extrusionOk="0">
                  <a:moveTo>
                    <a:pt x="902" y="1"/>
                  </a:moveTo>
                  <a:lnTo>
                    <a:pt x="902" y="1"/>
                  </a:lnTo>
                  <a:lnTo>
                    <a:pt x="1073" y="25"/>
                  </a:lnTo>
                  <a:lnTo>
                    <a:pt x="1243" y="74"/>
                  </a:lnTo>
                  <a:lnTo>
                    <a:pt x="1414" y="147"/>
                  </a:lnTo>
                  <a:lnTo>
                    <a:pt x="1535" y="269"/>
                  </a:lnTo>
                  <a:lnTo>
                    <a:pt x="1657" y="391"/>
                  </a:lnTo>
                  <a:lnTo>
                    <a:pt x="1730" y="561"/>
                  </a:lnTo>
                  <a:lnTo>
                    <a:pt x="1779" y="732"/>
                  </a:lnTo>
                  <a:lnTo>
                    <a:pt x="1803" y="902"/>
                  </a:lnTo>
                  <a:lnTo>
                    <a:pt x="1803" y="902"/>
                  </a:lnTo>
                  <a:lnTo>
                    <a:pt x="1779" y="1073"/>
                  </a:lnTo>
                  <a:lnTo>
                    <a:pt x="1730" y="1243"/>
                  </a:lnTo>
                  <a:lnTo>
                    <a:pt x="1657" y="1414"/>
                  </a:lnTo>
                  <a:lnTo>
                    <a:pt x="1535" y="1535"/>
                  </a:lnTo>
                  <a:lnTo>
                    <a:pt x="1414" y="1657"/>
                  </a:lnTo>
                  <a:lnTo>
                    <a:pt x="1243" y="1730"/>
                  </a:lnTo>
                  <a:lnTo>
                    <a:pt x="1073" y="1779"/>
                  </a:lnTo>
                  <a:lnTo>
                    <a:pt x="902" y="1803"/>
                  </a:lnTo>
                  <a:lnTo>
                    <a:pt x="902" y="1803"/>
                  </a:lnTo>
                  <a:lnTo>
                    <a:pt x="732" y="1779"/>
                  </a:lnTo>
                  <a:lnTo>
                    <a:pt x="561" y="1730"/>
                  </a:lnTo>
                  <a:lnTo>
                    <a:pt x="391" y="1657"/>
                  </a:lnTo>
                  <a:lnTo>
                    <a:pt x="269" y="1535"/>
                  </a:lnTo>
                  <a:lnTo>
                    <a:pt x="147" y="1414"/>
                  </a:lnTo>
                  <a:lnTo>
                    <a:pt x="74" y="1243"/>
                  </a:lnTo>
                  <a:lnTo>
                    <a:pt x="25" y="1073"/>
                  </a:lnTo>
                  <a:lnTo>
                    <a:pt x="1" y="902"/>
                  </a:lnTo>
                  <a:lnTo>
                    <a:pt x="1" y="902"/>
                  </a:lnTo>
                  <a:lnTo>
                    <a:pt x="25" y="732"/>
                  </a:lnTo>
                  <a:lnTo>
                    <a:pt x="74" y="561"/>
                  </a:lnTo>
                  <a:lnTo>
                    <a:pt x="147" y="391"/>
                  </a:lnTo>
                  <a:lnTo>
                    <a:pt x="269" y="269"/>
                  </a:lnTo>
                  <a:lnTo>
                    <a:pt x="391" y="147"/>
                  </a:lnTo>
                  <a:lnTo>
                    <a:pt x="561" y="74"/>
                  </a:lnTo>
                  <a:lnTo>
                    <a:pt x="732" y="25"/>
                  </a:lnTo>
                  <a:lnTo>
                    <a:pt x="902" y="1"/>
                  </a:lnTo>
                  <a:lnTo>
                    <a:pt x="902"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198;p12">
              <a:extLst>
                <a:ext uri="{FF2B5EF4-FFF2-40B4-BE49-F238E27FC236}">
                  <a16:creationId xmlns:a16="http://schemas.microsoft.com/office/drawing/2014/main" id="{5016E792-39FC-79F7-AAF1-E441BAB0E852}"/>
                </a:ext>
              </a:extLst>
            </p:cNvPr>
            <p:cNvSpPr/>
            <p:nvPr/>
          </p:nvSpPr>
          <p:spPr>
            <a:xfrm>
              <a:off x="713850" y="274025"/>
              <a:ext cx="45075" cy="45100"/>
            </a:xfrm>
            <a:custGeom>
              <a:avLst/>
              <a:gdLst/>
              <a:ahLst/>
              <a:cxnLst/>
              <a:rect l="l" t="t" r="r" b="b"/>
              <a:pathLst>
                <a:path w="1803" h="1804" fill="none" extrusionOk="0">
                  <a:moveTo>
                    <a:pt x="902" y="1"/>
                  </a:moveTo>
                  <a:lnTo>
                    <a:pt x="902" y="1"/>
                  </a:lnTo>
                  <a:lnTo>
                    <a:pt x="1072" y="25"/>
                  </a:lnTo>
                  <a:lnTo>
                    <a:pt x="1243" y="74"/>
                  </a:lnTo>
                  <a:lnTo>
                    <a:pt x="1413" y="147"/>
                  </a:lnTo>
                  <a:lnTo>
                    <a:pt x="1535" y="269"/>
                  </a:lnTo>
                  <a:lnTo>
                    <a:pt x="1657" y="391"/>
                  </a:lnTo>
                  <a:lnTo>
                    <a:pt x="1730" y="561"/>
                  </a:lnTo>
                  <a:lnTo>
                    <a:pt x="1779" y="732"/>
                  </a:lnTo>
                  <a:lnTo>
                    <a:pt x="1803" y="902"/>
                  </a:lnTo>
                  <a:lnTo>
                    <a:pt x="1803" y="902"/>
                  </a:lnTo>
                  <a:lnTo>
                    <a:pt x="1779" y="1073"/>
                  </a:lnTo>
                  <a:lnTo>
                    <a:pt x="1730" y="1243"/>
                  </a:lnTo>
                  <a:lnTo>
                    <a:pt x="1657" y="1414"/>
                  </a:lnTo>
                  <a:lnTo>
                    <a:pt x="1535" y="1535"/>
                  </a:lnTo>
                  <a:lnTo>
                    <a:pt x="1413" y="1657"/>
                  </a:lnTo>
                  <a:lnTo>
                    <a:pt x="1243" y="1730"/>
                  </a:lnTo>
                  <a:lnTo>
                    <a:pt x="1072" y="1779"/>
                  </a:lnTo>
                  <a:lnTo>
                    <a:pt x="902" y="1803"/>
                  </a:lnTo>
                  <a:lnTo>
                    <a:pt x="902" y="1803"/>
                  </a:lnTo>
                  <a:lnTo>
                    <a:pt x="731" y="1779"/>
                  </a:lnTo>
                  <a:lnTo>
                    <a:pt x="561" y="1730"/>
                  </a:lnTo>
                  <a:lnTo>
                    <a:pt x="390" y="1657"/>
                  </a:lnTo>
                  <a:lnTo>
                    <a:pt x="269" y="1535"/>
                  </a:lnTo>
                  <a:lnTo>
                    <a:pt x="147" y="1414"/>
                  </a:lnTo>
                  <a:lnTo>
                    <a:pt x="74" y="1243"/>
                  </a:lnTo>
                  <a:lnTo>
                    <a:pt x="25" y="1073"/>
                  </a:lnTo>
                  <a:lnTo>
                    <a:pt x="1" y="902"/>
                  </a:lnTo>
                  <a:lnTo>
                    <a:pt x="1" y="902"/>
                  </a:lnTo>
                  <a:lnTo>
                    <a:pt x="25" y="732"/>
                  </a:lnTo>
                  <a:lnTo>
                    <a:pt x="74" y="561"/>
                  </a:lnTo>
                  <a:lnTo>
                    <a:pt x="147" y="391"/>
                  </a:lnTo>
                  <a:lnTo>
                    <a:pt x="269" y="269"/>
                  </a:lnTo>
                  <a:lnTo>
                    <a:pt x="390" y="147"/>
                  </a:lnTo>
                  <a:lnTo>
                    <a:pt x="561" y="74"/>
                  </a:lnTo>
                  <a:lnTo>
                    <a:pt x="731" y="25"/>
                  </a:lnTo>
                  <a:lnTo>
                    <a:pt x="902" y="1"/>
                  </a:lnTo>
                  <a:lnTo>
                    <a:pt x="902"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99;p12">
              <a:extLst>
                <a:ext uri="{FF2B5EF4-FFF2-40B4-BE49-F238E27FC236}">
                  <a16:creationId xmlns:a16="http://schemas.microsoft.com/office/drawing/2014/main" id="{1B0FA377-F65B-59BB-D257-625365B04DB8}"/>
                </a:ext>
              </a:extLst>
            </p:cNvPr>
            <p:cNvSpPr/>
            <p:nvPr/>
          </p:nvSpPr>
          <p:spPr>
            <a:xfrm>
              <a:off x="631050" y="274025"/>
              <a:ext cx="45075" cy="45100"/>
            </a:xfrm>
            <a:custGeom>
              <a:avLst/>
              <a:gdLst/>
              <a:ahLst/>
              <a:cxnLst/>
              <a:rect l="l" t="t" r="r" b="b"/>
              <a:pathLst>
                <a:path w="1803" h="1804" fill="none" extrusionOk="0">
                  <a:moveTo>
                    <a:pt x="0" y="902"/>
                  </a:moveTo>
                  <a:lnTo>
                    <a:pt x="0" y="902"/>
                  </a:lnTo>
                  <a:lnTo>
                    <a:pt x="25" y="732"/>
                  </a:lnTo>
                  <a:lnTo>
                    <a:pt x="73" y="561"/>
                  </a:lnTo>
                  <a:lnTo>
                    <a:pt x="147" y="391"/>
                  </a:lnTo>
                  <a:lnTo>
                    <a:pt x="268" y="269"/>
                  </a:lnTo>
                  <a:lnTo>
                    <a:pt x="390" y="147"/>
                  </a:lnTo>
                  <a:lnTo>
                    <a:pt x="561" y="74"/>
                  </a:lnTo>
                  <a:lnTo>
                    <a:pt x="731" y="25"/>
                  </a:lnTo>
                  <a:lnTo>
                    <a:pt x="902" y="1"/>
                  </a:lnTo>
                  <a:lnTo>
                    <a:pt x="902" y="1"/>
                  </a:lnTo>
                  <a:lnTo>
                    <a:pt x="1072" y="25"/>
                  </a:lnTo>
                  <a:lnTo>
                    <a:pt x="1243" y="74"/>
                  </a:lnTo>
                  <a:lnTo>
                    <a:pt x="1413" y="147"/>
                  </a:lnTo>
                  <a:lnTo>
                    <a:pt x="1535" y="269"/>
                  </a:lnTo>
                  <a:lnTo>
                    <a:pt x="1657" y="391"/>
                  </a:lnTo>
                  <a:lnTo>
                    <a:pt x="1730" y="561"/>
                  </a:lnTo>
                  <a:lnTo>
                    <a:pt x="1778" y="732"/>
                  </a:lnTo>
                  <a:lnTo>
                    <a:pt x="1803" y="902"/>
                  </a:lnTo>
                  <a:lnTo>
                    <a:pt x="1803" y="902"/>
                  </a:lnTo>
                  <a:lnTo>
                    <a:pt x="1778" y="1073"/>
                  </a:lnTo>
                  <a:lnTo>
                    <a:pt x="1730" y="1243"/>
                  </a:lnTo>
                  <a:lnTo>
                    <a:pt x="1657" y="1414"/>
                  </a:lnTo>
                  <a:lnTo>
                    <a:pt x="1535" y="1535"/>
                  </a:lnTo>
                  <a:lnTo>
                    <a:pt x="1413" y="1657"/>
                  </a:lnTo>
                  <a:lnTo>
                    <a:pt x="1243" y="1730"/>
                  </a:lnTo>
                  <a:lnTo>
                    <a:pt x="1072" y="1779"/>
                  </a:lnTo>
                  <a:lnTo>
                    <a:pt x="902" y="1803"/>
                  </a:lnTo>
                  <a:lnTo>
                    <a:pt x="902" y="1803"/>
                  </a:lnTo>
                  <a:lnTo>
                    <a:pt x="731" y="1779"/>
                  </a:lnTo>
                  <a:lnTo>
                    <a:pt x="561" y="1730"/>
                  </a:lnTo>
                  <a:lnTo>
                    <a:pt x="390" y="1657"/>
                  </a:lnTo>
                  <a:lnTo>
                    <a:pt x="268" y="1535"/>
                  </a:lnTo>
                  <a:lnTo>
                    <a:pt x="147" y="1414"/>
                  </a:lnTo>
                  <a:lnTo>
                    <a:pt x="73" y="1243"/>
                  </a:lnTo>
                  <a:lnTo>
                    <a:pt x="25" y="1073"/>
                  </a:lnTo>
                  <a:lnTo>
                    <a:pt x="0" y="902"/>
                  </a:lnTo>
                  <a:lnTo>
                    <a:pt x="0" y="902"/>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200;p12">
              <a:extLst>
                <a:ext uri="{FF2B5EF4-FFF2-40B4-BE49-F238E27FC236}">
                  <a16:creationId xmlns:a16="http://schemas.microsoft.com/office/drawing/2014/main" id="{F9916104-EB86-9CDC-900E-F38DAABC4ED4}"/>
                </a:ext>
              </a:extLst>
            </p:cNvPr>
            <p:cNvSpPr/>
            <p:nvPr/>
          </p:nvSpPr>
          <p:spPr>
            <a:xfrm>
              <a:off x="649925" y="590050"/>
              <a:ext cx="133975" cy="25"/>
            </a:xfrm>
            <a:custGeom>
              <a:avLst/>
              <a:gdLst/>
              <a:ahLst/>
              <a:cxnLst/>
              <a:rect l="l" t="t" r="r" b="b"/>
              <a:pathLst>
                <a:path w="5359" h="1" fill="none" extrusionOk="0">
                  <a:moveTo>
                    <a:pt x="5358" y="0"/>
                  </a:moveTo>
                  <a:lnTo>
                    <a:pt x="0" y="0"/>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201;p12">
              <a:extLst>
                <a:ext uri="{FF2B5EF4-FFF2-40B4-BE49-F238E27FC236}">
                  <a16:creationId xmlns:a16="http://schemas.microsoft.com/office/drawing/2014/main" id="{2CE2C48E-9D50-E03E-B1C9-E98CBEFD361F}"/>
                </a:ext>
              </a:extLst>
            </p:cNvPr>
            <p:cNvSpPr/>
            <p:nvPr/>
          </p:nvSpPr>
          <p:spPr>
            <a:xfrm>
              <a:off x="649925" y="534625"/>
              <a:ext cx="255750" cy="25"/>
            </a:xfrm>
            <a:custGeom>
              <a:avLst/>
              <a:gdLst/>
              <a:ahLst/>
              <a:cxnLst/>
              <a:rect l="l" t="t" r="r" b="b"/>
              <a:pathLst>
                <a:path w="10230" h="1" fill="none" extrusionOk="0">
                  <a:moveTo>
                    <a:pt x="10229" y="1"/>
                  </a:moveTo>
                  <a:lnTo>
                    <a:pt x="0"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202;p12">
              <a:extLst>
                <a:ext uri="{FF2B5EF4-FFF2-40B4-BE49-F238E27FC236}">
                  <a16:creationId xmlns:a16="http://schemas.microsoft.com/office/drawing/2014/main" id="{B58EE9EA-9095-C4B2-7980-2E3BEE99F0A6}"/>
                </a:ext>
              </a:extLst>
            </p:cNvPr>
            <p:cNvSpPr/>
            <p:nvPr/>
          </p:nvSpPr>
          <p:spPr>
            <a:xfrm>
              <a:off x="649925" y="479825"/>
              <a:ext cx="255750" cy="25"/>
            </a:xfrm>
            <a:custGeom>
              <a:avLst/>
              <a:gdLst/>
              <a:ahLst/>
              <a:cxnLst/>
              <a:rect l="l" t="t" r="r" b="b"/>
              <a:pathLst>
                <a:path w="10230" h="1" fill="none" extrusionOk="0">
                  <a:moveTo>
                    <a:pt x="10229" y="1"/>
                  </a:moveTo>
                  <a:lnTo>
                    <a:pt x="0"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203;p12">
              <a:extLst>
                <a:ext uri="{FF2B5EF4-FFF2-40B4-BE49-F238E27FC236}">
                  <a16:creationId xmlns:a16="http://schemas.microsoft.com/office/drawing/2014/main" id="{79BE69F5-7C3E-8B60-B8DB-85F2C4C8D549}"/>
                </a:ext>
              </a:extLst>
            </p:cNvPr>
            <p:cNvSpPr/>
            <p:nvPr/>
          </p:nvSpPr>
          <p:spPr>
            <a:xfrm>
              <a:off x="649925" y="424425"/>
              <a:ext cx="255750" cy="25"/>
            </a:xfrm>
            <a:custGeom>
              <a:avLst/>
              <a:gdLst/>
              <a:ahLst/>
              <a:cxnLst/>
              <a:rect l="l" t="t" r="r" b="b"/>
              <a:pathLst>
                <a:path w="10230" h="1" fill="none" extrusionOk="0">
                  <a:moveTo>
                    <a:pt x="10229" y="1"/>
                  </a:moveTo>
                  <a:lnTo>
                    <a:pt x="0"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204;p12">
              <a:extLst>
                <a:ext uri="{FF2B5EF4-FFF2-40B4-BE49-F238E27FC236}">
                  <a16:creationId xmlns:a16="http://schemas.microsoft.com/office/drawing/2014/main" id="{207CDD19-6117-0F0C-3D96-05E1F48C7644}"/>
                </a:ext>
              </a:extLst>
            </p:cNvPr>
            <p:cNvSpPr/>
            <p:nvPr/>
          </p:nvSpPr>
          <p:spPr>
            <a:xfrm>
              <a:off x="879475" y="274025"/>
              <a:ext cx="45075" cy="45100"/>
            </a:xfrm>
            <a:custGeom>
              <a:avLst/>
              <a:gdLst/>
              <a:ahLst/>
              <a:cxnLst/>
              <a:rect l="l" t="t" r="r" b="b"/>
              <a:pathLst>
                <a:path w="1803" h="1804" fill="none" extrusionOk="0">
                  <a:moveTo>
                    <a:pt x="901" y="1803"/>
                  </a:moveTo>
                  <a:lnTo>
                    <a:pt x="901" y="1803"/>
                  </a:lnTo>
                  <a:lnTo>
                    <a:pt x="731" y="1779"/>
                  </a:lnTo>
                  <a:lnTo>
                    <a:pt x="560" y="1730"/>
                  </a:lnTo>
                  <a:lnTo>
                    <a:pt x="390" y="1657"/>
                  </a:lnTo>
                  <a:lnTo>
                    <a:pt x="268" y="1535"/>
                  </a:lnTo>
                  <a:lnTo>
                    <a:pt x="146" y="1414"/>
                  </a:lnTo>
                  <a:lnTo>
                    <a:pt x="73" y="1243"/>
                  </a:lnTo>
                  <a:lnTo>
                    <a:pt x="25" y="1073"/>
                  </a:lnTo>
                  <a:lnTo>
                    <a:pt x="0" y="902"/>
                  </a:lnTo>
                  <a:lnTo>
                    <a:pt x="0" y="902"/>
                  </a:lnTo>
                  <a:lnTo>
                    <a:pt x="25" y="732"/>
                  </a:lnTo>
                  <a:lnTo>
                    <a:pt x="73" y="561"/>
                  </a:lnTo>
                  <a:lnTo>
                    <a:pt x="146" y="391"/>
                  </a:lnTo>
                  <a:lnTo>
                    <a:pt x="268" y="269"/>
                  </a:lnTo>
                  <a:lnTo>
                    <a:pt x="390" y="147"/>
                  </a:lnTo>
                  <a:lnTo>
                    <a:pt x="560" y="74"/>
                  </a:lnTo>
                  <a:lnTo>
                    <a:pt x="731" y="25"/>
                  </a:lnTo>
                  <a:lnTo>
                    <a:pt x="901" y="1"/>
                  </a:lnTo>
                  <a:lnTo>
                    <a:pt x="901" y="1"/>
                  </a:lnTo>
                  <a:lnTo>
                    <a:pt x="1072" y="25"/>
                  </a:lnTo>
                  <a:lnTo>
                    <a:pt x="1242" y="74"/>
                  </a:lnTo>
                  <a:lnTo>
                    <a:pt x="1413" y="147"/>
                  </a:lnTo>
                  <a:lnTo>
                    <a:pt x="1535" y="269"/>
                  </a:lnTo>
                  <a:lnTo>
                    <a:pt x="1656" y="391"/>
                  </a:lnTo>
                  <a:lnTo>
                    <a:pt x="1729" y="561"/>
                  </a:lnTo>
                  <a:lnTo>
                    <a:pt x="1778" y="732"/>
                  </a:lnTo>
                  <a:lnTo>
                    <a:pt x="1802" y="902"/>
                  </a:lnTo>
                  <a:lnTo>
                    <a:pt x="1802" y="902"/>
                  </a:lnTo>
                  <a:lnTo>
                    <a:pt x="1778" y="1073"/>
                  </a:lnTo>
                  <a:lnTo>
                    <a:pt x="1729" y="1243"/>
                  </a:lnTo>
                  <a:lnTo>
                    <a:pt x="1656" y="1414"/>
                  </a:lnTo>
                  <a:lnTo>
                    <a:pt x="1535" y="1535"/>
                  </a:lnTo>
                  <a:lnTo>
                    <a:pt x="1413" y="1657"/>
                  </a:lnTo>
                  <a:lnTo>
                    <a:pt x="1242" y="1730"/>
                  </a:lnTo>
                  <a:lnTo>
                    <a:pt x="1072" y="1779"/>
                  </a:lnTo>
                  <a:lnTo>
                    <a:pt x="901" y="1803"/>
                  </a:lnTo>
                  <a:lnTo>
                    <a:pt x="901" y="1803"/>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205;p12">
              <a:extLst>
                <a:ext uri="{FF2B5EF4-FFF2-40B4-BE49-F238E27FC236}">
                  <a16:creationId xmlns:a16="http://schemas.microsoft.com/office/drawing/2014/main" id="{5746F898-86D5-8973-72B4-1D03D5CCFF3C}"/>
                </a:ext>
              </a:extLst>
            </p:cNvPr>
            <p:cNvSpPr/>
            <p:nvPr/>
          </p:nvSpPr>
          <p:spPr>
            <a:xfrm>
              <a:off x="654800" y="244200"/>
              <a:ext cx="25" cy="51175"/>
            </a:xfrm>
            <a:custGeom>
              <a:avLst/>
              <a:gdLst/>
              <a:ahLst/>
              <a:cxnLst/>
              <a:rect l="l" t="t" r="r" b="b"/>
              <a:pathLst>
                <a:path w="1" h="2047" fill="none" extrusionOk="0">
                  <a:moveTo>
                    <a:pt x="0" y="1"/>
                  </a:moveTo>
                  <a:lnTo>
                    <a:pt x="0" y="2046"/>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206;p12">
              <a:extLst>
                <a:ext uri="{FF2B5EF4-FFF2-40B4-BE49-F238E27FC236}">
                  <a16:creationId xmlns:a16="http://schemas.microsoft.com/office/drawing/2014/main" id="{E7D4C902-0809-3A0B-B50A-861D9CB6B302}"/>
                </a:ext>
              </a:extLst>
            </p:cNvPr>
            <p:cNvSpPr/>
            <p:nvPr/>
          </p:nvSpPr>
          <p:spPr>
            <a:xfrm>
              <a:off x="737600" y="244200"/>
              <a:ext cx="25" cy="51175"/>
            </a:xfrm>
            <a:custGeom>
              <a:avLst/>
              <a:gdLst/>
              <a:ahLst/>
              <a:cxnLst/>
              <a:rect l="l" t="t" r="r" b="b"/>
              <a:pathLst>
                <a:path w="1" h="2047" fill="none" extrusionOk="0">
                  <a:moveTo>
                    <a:pt x="1" y="1"/>
                  </a:moveTo>
                  <a:lnTo>
                    <a:pt x="1" y="2046"/>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207;p12">
              <a:extLst>
                <a:ext uri="{FF2B5EF4-FFF2-40B4-BE49-F238E27FC236}">
                  <a16:creationId xmlns:a16="http://schemas.microsoft.com/office/drawing/2014/main" id="{2E621B1D-617D-D81F-1424-F4BC90DBE200}"/>
                </a:ext>
              </a:extLst>
            </p:cNvPr>
            <p:cNvSpPr/>
            <p:nvPr/>
          </p:nvSpPr>
          <p:spPr>
            <a:xfrm>
              <a:off x="820400" y="244200"/>
              <a:ext cx="25" cy="51175"/>
            </a:xfrm>
            <a:custGeom>
              <a:avLst/>
              <a:gdLst/>
              <a:ahLst/>
              <a:cxnLst/>
              <a:rect l="l" t="t" r="r" b="b"/>
              <a:pathLst>
                <a:path w="1" h="2047" fill="none" extrusionOk="0">
                  <a:moveTo>
                    <a:pt x="1" y="1"/>
                  </a:moveTo>
                  <a:lnTo>
                    <a:pt x="1" y="2046"/>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8;p12">
              <a:extLst>
                <a:ext uri="{FF2B5EF4-FFF2-40B4-BE49-F238E27FC236}">
                  <a16:creationId xmlns:a16="http://schemas.microsoft.com/office/drawing/2014/main" id="{89151B86-A67F-1114-5BDF-9A895E1888AF}"/>
                </a:ext>
              </a:extLst>
            </p:cNvPr>
            <p:cNvSpPr/>
            <p:nvPr/>
          </p:nvSpPr>
          <p:spPr>
            <a:xfrm>
              <a:off x="903225" y="244200"/>
              <a:ext cx="25" cy="51175"/>
            </a:xfrm>
            <a:custGeom>
              <a:avLst/>
              <a:gdLst/>
              <a:ahLst/>
              <a:cxnLst/>
              <a:rect l="l" t="t" r="r" b="b"/>
              <a:pathLst>
                <a:path w="1" h="2047" fill="none" extrusionOk="0">
                  <a:moveTo>
                    <a:pt x="0" y="1"/>
                  </a:moveTo>
                  <a:lnTo>
                    <a:pt x="0" y="2046"/>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1285827245"/>
      </p:ext>
    </p:extLst>
  </p:cSld>
  <p:clrMapOvr>
    <a:masterClrMapping/>
  </p:clrMapOvr>
  <p:transition>
    <p:fade thruBlk="1"/>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10C351-6860-09D4-3A6E-73B16FBA372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7D347FF-DC26-70FA-1557-974B22D8754E}"/>
              </a:ext>
            </a:extLst>
          </p:cNvPr>
          <p:cNvSpPr>
            <a:spLocks noGrp="1"/>
          </p:cNvSpPr>
          <p:nvPr>
            <p:ph type="title"/>
          </p:nvPr>
        </p:nvSpPr>
        <p:spPr/>
        <p:txBody>
          <a:bodyPr/>
          <a:lstStyle/>
          <a:p>
            <a:r>
              <a:rPr lang="en-PH" dirty="0"/>
              <a:t>The Art of Debugging</a:t>
            </a:r>
            <a:endParaRPr lang="en-PH" dirty="0">
              <a:latin typeface="Roboto Condensed" panose="02000000000000000000" pitchFamily="2" charset="0"/>
              <a:ea typeface="Roboto Condensed" panose="02000000000000000000" pitchFamily="2" charset="0"/>
              <a:cs typeface="Roboto Condensed" panose="02000000000000000000" pitchFamily="2" charset="0"/>
            </a:endParaRPr>
          </a:p>
        </p:txBody>
      </p:sp>
      <p:sp>
        <p:nvSpPr>
          <p:cNvPr id="5" name="Slide Number Placeholder 4">
            <a:extLst>
              <a:ext uri="{FF2B5EF4-FFF2-40B4-BE49-F238E27FC236}">
                <a16:creationId xmlns:a16="http://schemas.microsoft.com/office/drawing/2014/main" id="{D1E3002F-0199-0BA7-87CC-A901F1B89425}"/>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t>12</a:t>
            </a:fld>
            <a:endParaRPr lang="en-GB"/>
          </a:p>
        </p:txBody>
      </p:sp>
      <p:grpSp>
        <p:nvGrpSpPr>
          <p:cNvPr id="6" name="Google Shape;194;p12">
            <a:extLst>
              <a:ext uri="{FF2B5EF4-FFF2-40B4-BE49-F238E27FC236}">
                <a16:creationId xmlns:a16="http://schemas.microsoft.com/office/drawing/2014/main" id="{9CAB41D3-7573-FD5E-FE34-715B508EE495}"/>
              </a:ext>
            </a:extLst>
          </p:cNvPr>
          <p:cNvGrpSpPr/>
          <p:nvPr/>
        </p:nvGrpSpPr>
        <p:grpSpPr>
          <a:xfrm>
            <a:off x="293683" y="574116"/>
            <a:ext cx="309041" cy="403123"/>
            <a:chOff x="590250" y="244200"/>
            <a:chExt cx="407975" cy="532175"/>
          </a:xfrm>
        </p:grpSpPr>
        <p:sp>
          <p:nvSpPr>
            <p:cNvPr id="7" name="Google Shape;195;p12">
              <a:extLst>
                <a:ext uri="{FF2B5EF4-FFF2-40B4-BE49-F238E27FC236}">
                  <a16:creationId xmlns:a16="http://schemas.microsoft.com/office/drawing/2014/main" id="{803E4D4C-D676-E555-8166-EA2C2DA9BE6B}"/>
                </a:ext>
              </a:extLst>
            </p:cNvPr>
            <p:cNvSpPr/>
            <p:nvPr/>
          </p:nvSpPr>
          <p:spPr>
            <a:xfrm>
              <a:off x="623125" y="313625"/>
              <a:ext cx="375100" cy="462750"/>
            </a:xfrm>
            <a:custGeom>
              <a:avLst/>
              <a:gdLst/>
              <a:ahLst/>
              <a:cxnLst/>
              <a:rect l="l" t="t" r="r" b="b"/>
              <a:pathLst>
                <a:path w="15004" h="18510" fill="none" extrusionOk="0">
                  <a:moveTo>
                    <a:pt x="1" y="17536"/>
                  </a:moveTo>
                  <a:lnTo>
                    <a:pt x="1" y="17536"/>
                  </a:lnTo>
                  <a:lnTo>
                    <a:pt x="1" y="17536"/>
                  </a:lnTo>
                  <a:lnTo>
                    <a:pt x="25" y="17682"/>
                  </a:lnTo>
                  <a:lnTo>
                    <a:pt x="49" y="17852"/>
                  </a:lnTo>
                  <a:lnTo>
                    <a:pt x="123" y="18023"/>
                  </a:lnTo>
                  <a:lnTo>
                    <a:pt x="220" y="18193"/>
                  </a:lnTo>
                  <a:lnTo>
                    <a:pt x="293" y="18291"/>
                  </a:lnTo>
                  <a:lnTo>
                    <a:pt x="390" y="18364"/>
                  </a:lnTo>
                  <a:lnTo>
                    <a:pt x="488" y="18412"/>
                  </a:lnTo>
                  <a:lnTo>
                    <a:pt x="610" y="18461"/>
                  </a:lnTo>
                  <a:lnTo>
                    <a:pt x="756" y="18510"/>
                  </a:lnTo>
                  <a:lnTo>
                    <a:pt x="926" y="18510"/>
                  </a:lnTo>
                  <a:lnTo>
                    <a:pt x="14468" y="18510"/>
                  </a:lnTo>
                  <a:lnTo>
                    <a:pt x="14468" y="18510"/>
                  </a:lnTo>
                  <a:lnTo>
                    <a:pt x="14541" y="18510"/>
                  </a:lnTo>
                  <a:lnTo>
                    <a:pt x="14614" y="18485"/>
                  </a:lnTo>
                  <a:lnTo>
                    <a:pt x="14736" y="18412"/>
                  </a:lnTo>
                  <a:lnTo>
                    <a:pt x="14833" y="18291"/>
                  </a:lnTo>
                  <a:lnTo>
                    <a:pt x="14906" y="18144"/>
                  </a:lnTo>
                  <a:lnTo>
                    <a:pt x="14955" y="17974"/>
                  </a:lnTo>
                  <a:lnTo>
                    <a:pt x="14979" y="17779"/>
                  </a:lnTo>
                  <a:lnTo>
                    <a:pt x="15003" y="17438"/>
                  </a:lnTo>
                  <a:lnTo>
                    <a:pt x="15003" y="487"/>
                  </a:lnTo>
                  <a:lnTo>
                    <a:pt x="15003" y="487"/>
                  </a:lnTo>
                  <a:lnTo>
                    <a:pt x="15003" y="341"/>
                  </a:lnTo>
                  <a:lnTo>
                    <a:pt x="14979" y="219"/>
                  </a:lnTo>
                  <a:lnTo>
                    <a:pt x="14955" y="146"/>
                  </a:lnTo>
                  <a:lnTo>
                    <a:pt x="14906" y="73"/>
                  </a:lnTo>
                  <a:lnTo>
                    <a:pt x="14833" y="49"/>
                  </a:lnTo>
                  <a:lnTo>
                    <a:pt x="14736" y="24"/>
                  </a:lnTo>
                  <a:lnTo>
                    <a:pt x="14468" y="0"/>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196;p12">
              <a:extLst>
                <a:ext uri="{FF2B5EF4-FFF2-40B4-BE49-F238E27FC236}">
                  <a16:creationId xmlns:a16="http://schemas.microsoft.com/office/drawing/2014/main" id="{2605D941-32F7-2C93-678D-4BCED6BEE82A}"/>
                </a:ext>
              </a:extLst>
            </p:cNvPr>
            <p:cNvSpPr/>
            <p:nvPr/>
          </p:nvSpPr>
          <p:spPr>
            <a:xfrm>
              <a:off x="590250" y="269775"/>
              <a:ext cx="377525" cy="462775"/>
            </a:xfrm>
            <a:custGeom>
              <a:avLst/>
              <a:gdLst/>
              <a:ahLst/>
              <a:cxnLst/>
              <a:rect l="l" t="t" r="r" b="b"/>
              <a:pathLst>
                <a:path w="15101" h="18511" fill="none" extrusionOk="0">
                  <a:moveTo>
                    <a:pt x="14321" y="0"/>
                  </a:moveTo>
                  <a:lnTo>
                    <a:pt x="780" y="0"/>
                  </a:lnTo>
                  <a:lnTo>
                    <a:pt x="780" y="0"/>
                  </a:lnTo>
                  <a:lnTo>
                    <a:pt x="634" y="25"/>
                  </a:lnTo>
                  <a:lnTo>
                    <a:pt x="488" y="74"/>
                  </a:lnTo>
                  <a:lnTo>
                    <a:pt x="342" y="122"/>
                  </a:lnTo>
                  <a:lnTo>
                    <a:pt x="220" y="220"/>
                  </a:lnTo>
                  <a:lnTo>
                    <a:pt x="122" y="341"/>
                  </a:lnTo>
                  <a:lnTo>
                    <a:pt x="74" y="488"/>
                  </a:lnTo>
                  <a:lnTo>
                    <a:pt x="25" y="634"/>
                  </a:lnTo>
                  <a:lnTo>
                    <a:pt x="1" y="780"/>
                  </a:lnTo>
                  <a:lnTo>
                    <a:pt x="1" y="17731"/>
                  </a:lnTo>
                  <a:lnTo>
                    <a:pt x="1" y="17731"/>
                  </a:lnTo>
                  <a:lnTo>
                    <a:pt x="25" y="17877"/>
                  </a:lnTo>
                  <a:lnTo>
                    <a:pt x="74" y="18023"/>
                  </a:lnTo>
                  <a:lnTo>
                    <a:pt x="122" y="18169"/>
                  </a:lnTo>
                  <a:lnTo>
                    <a:pt x="220" y="18291"/>
                  </a:lnTo>
                  <a:lnTo>
                    <a:pt x="342" y="18388"/>
                  </a:lnTo>
                  <a:lnTo>
                    <a:pt x="488" y="18437"/>
                  </a:lnTo>
                  <a:lnTo>
                    <a:pt x="634" y="18486"/>
                  </a:lnTo>
                  <a:lnTo>
                    <a:pt x="780" y="18510"/>
                  </a:lnTo>
                  <a:lnTo>
                    <a:pt x="14321" y="18510"/>
                  </a:lnTo>
                  <a:lnTo>
                    <a:pt x="14321" y="18510"/>
                  </a:lnTo>
                  <a:lnTo>
                    <a:pt x="14467" y="18486"/>
                  </a:lnTo>
                  <a:lnTo>
                    <a:pt x="14614" y="18437"/>
                  </a:lnTo>
                  <a:lnTo>
                    <a:pt x="14760" y="18388"/>
                  </a:lnTo>
                  <a:lnTo>
                    <a:pt x="14881" y="18291"/>
                  </a:lnTo>
                  <a:lnTo>
                    <a:pt x="14979" y="18169"/>
                  </a:lnTo>
                  <a:lnTo>
                    <a:pt x="15028" y="18023"/>
                  </a:lnTo>
                  <a:lnTo>
                    <a:pt x="15076" y="17877"/>
                  </a:lnTo>
                  <a:lnTo>
                    <a:pt x="15101" y="17731"/>
                  </a:lnTo>
                  <a:lnTo>
                    <a:pt x="15101" y="780"/>
                  </a:lnTo>
                  <a:lnTo>
                    <a:pt x="15101" y="780"/>
                  </a:lnTo>
                  <a:lnTo>
                    <a:pt x="15076" y="634"/>
                  </a:lnTo>
                  <a:lnTo>
                    <a:pt x="15028" y="488"/>
                  </a:lnTo>
                  <a:lnTo>
                    <a:pt x="14979" y="341"/>
                  </a:lnTo>
                  <a:lnTo>
                    <a:pt x="14881" y="220"/>
                  </a:lnTo>
                  <a:lnTo>
                    <a:pt x="14760" y="122"/>
                  </a:lnTo>
                  <a:lnTo>
                    <a:pt x="14614" y="74"/>
                  </a:lnTo>
                  <a:lnTo>
                    <a:pt x="14467" y="25"/>
                  </a:lnTo>
                  <a:lnTo>
                    <a:pt x="14321" y="0"/>
                  </a:lnTo>
                  <a:lnTo>
                    <a:pt x="14321" y="0"/>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197;p12">
              <a:extLst>
                <a:ext uri="{FF2B5EF4-FFF2-40B4-BE49-F238E27FC236}">
                  <a16:creationId xmlns:a16="http://schemas.microsoft.com/office/drawing/2014/main" id="{04C10945-FF04-107C-5B41-A14293FCC1D6}"/>
                </a:ext>
              </a:extLst>
            </p:cNvPr>
            <p:cNvSpPr/>
            <p:nvPr/>
          </p:nvSpPr>
          <p:spPr>
            <a:xfrm>
              <a:off x="796650" y="274025"/>
              <a:ext cx="45100" cy="45100"/>
            </a:xfrm>
            <a:custGeom>
              <a:avLst/>
              <a:gdLst/>
              <a:ahLst/>
              <a:cxnLst/>
              <a:rect l="l" t="t" r="r" b="b"/>
              <a:pathLst>
                <a:path w="1804" h="1804" fill="none" extrusionOk="0">
                  <a:moveTo>
                    <a:pt x="902" y="1"/>
                  </a:moveTo>
                  <a:lnTo>
                    <a:pt x="902" y="1"/>
                  </a:lnTo>
                  <a:lnTo>
                    <a:pt x="1073" y="25"/>
                  </a:lnTo>
                  <a:lnTo>
                    <a:pt x="1243" y="74"/>
                  </a:lnTo>
                  <a:lnTo>
                    <a:pt x="1414" y="147"/>
                  </a:lnTo>
                  <a:lnTo>
                    <a:pt x="1535" y="269"/>
                  </a:lnTo>
                  <a:lnTo>
                    <a:pt x="1657" y="391"/>
                  </a:lnTo>
                  <a:lnTo>
                    <a:pt x="1730" y="561"/>
                  </a:lnTo>
                  <a:lnTo>
                    <a:pt x="1779" y="732"/>
                  </a:lnTo>
                  <a:lnTo>
                    <a:pt x="1803" y="902"/>
                  </a:lnTo>
                  <a:lnTo>
                    <a:pt x="1803" y="902"/>
                  </a:lnTo>
                  <a:lnTo>
                    <a:pt x="1779" y="1073"/>
                  </a:lnTo>
                  <a:lnTo>
                    <a:pt x="1730" y="1243"/>
                  </a:lnTo>
                  <a:lnTo>
                    <a:pt x="1657" y="1414"/>
                  </a:lnTo>
                  <a:lnTo>
                    <a:pt x="1535" y="1535"/>
                  </a:lnTo>
                  <a:lnTo>
                    <a:pt x="1414" y="1657"/>
                  </a:lnTo>
                  <a:lnTo>
                    <a:pt x="1243" y="1730"/>
                  </a:lnTo>
                  <a:lnTo>
                    <a:pt x="1073" y="1779"/>
                  </a:lnTo>
                  <a:lnTo>
                    <a:pt x="902" y="1803"/>
                  </a:lnTo>
                  <a:lnTo>
                    <a:pt x="902" y="1803"/>
                  </a:lnTo>
                  <a:lnTo>
                    <a:pt x="732" y="1779"/>
                  </a:lnTo>
                  <a:lnTo>
                    <a:pt x="561" y="1730"/>
                  </a:lnTo>
                  <a:lnTo>
                    <a:pt x="391" y="1657"/>
                  </a:lnTo>
                  <a:lnTo>
                    <a:pt x="269" y="1535"/>
                  </a:lnTo>
                  <a:lnTo>
                    <a:pt x="147" y="1414"/>
                  </a:lnTo>
                  <a:lnTo>
                    <a:pt x="74" y="1243"/>
                  </a:lnTo>
                  <a:lnTo>
                    <a:pt x="25" y="1073"/>
                  </a:lnTo>
                  <a:lnTo>
                    <a:pt x="1" y="902"/>
                  </a:lnTo>
                  <a:lnTo>
                    <a:pt x="1" y="902"/>
                  </a:lnTo>
                  <a:lnTo>
                    <a:pt x="25" y="732"/>
                  </a:lnTo>
                  <a:lnTo>
                    <a:pt x="74" y="561"/>
                  </a:lnTo>
                  <a:lnTo>
                    <a:pt x="147" y="391"/>
                  </a:lnTo>
                  <a:lnTo>
                    <a:pt x="269" y="269"/>
                  </a:lnTo>
                  <a:lnTo>
                    <a:pt x="391" y="147"/>
                  </a:lnTo>
                  <a:lnTo>
                    <a:pt x="561" y="74"/>
                  </a:lnTo>
                  <a:lnTo>
                    <a:pt x="732" y="25"/>
                  </a:lnTo>
                  <a:lnTo>
                    <a:pt x="902" y="1"/>
                  </a:lnTo>
                  <a:lnTo>
                    <a:pt x="902"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198;p12">
              <a:extLst>
                <a:ext uri="{FF2B5EF4-FFF2-40B4-BE49-F238E27FC236}">
                  <a16:creationId xmlns:a16="http://schemas.microsoft.com/office/drawing/2014/main" id="{8DC00B3C-A285-C298-006C-AF1128E34556}"/>
                </a:ext>
              </a:extLst>
            </p:cNvPr>
            <p:cNvSpPr/>
            <p:nvPr/>
          </p:nvSpPr>
          <p:spPr>
            <a:xfrm>
              <a:off x="713850" y="274025"/>
              <a:ext cx="45075" cy="45100"/>
            </a:xfrm>
            <a:custGeom>
              <a:avLst/>
              <a:gdLst/>
              <a:ahLst/>
              <a:cxnLst/>
              <a:rect l="l" t="t" r="r" b="b"/>
              <a:pathLst>
                <a:path w="1803" h="1804" fill="none" extrusionOk="0">
                  <a:moveTo>
                    <a:pt x="902" y="1"/>
                  </a:moveTo>
                  <a:lnTo>
                    <a:pt x="902" y="1"/>
                  </a:lnTo>
                  <a:lnTo>
                    <a:pt x="1072" y="25"/>
                  </a:lnTo>
                  <a:lnTo>
                    <a:pt x="1243" y="74"/>
                  </a:lnTo>
                  <a:lnTo>
                    <a:pt x="1413" y="147"/>
                  </a:lnTo>
                  <a:lnTo>
                    <a:pt x="1535" y="269"/>
                  </a:lnTo>
                  <a:lnTo>
                    <a:pt x="1657" y="391"/>
                  </a:lnTo>
                  <a:lnTo>
                    <a:pt x="1730" y="561"/>
                  </a:lnTo>
                  <a:lnTo>
                    <a:pt x="1779" y="732"/>
                  </a:lnTo>
                  <a:lnTo>
                    <a:pt x="1803" y="902"/>
                  </a:lnTo>
                  <a:lnTo>
                    <a:pt x="1803" y="902"/>
                  </a:lnTo>
                  <a:lnTo>
                    <a:pt x="1779" y="1073"/>
                  </a:lnTo>
                  <a:lnTo>
                    <a:pt x="1730" y="1243"/>
                  </a:lnTo>
                  <a:lnTo>
                    <a:pt x="1657" y="1414"/>
                  </a:lnTo>
                  <a:lnTo>
                    <a:pt x="1535" y="1535"/>
                  </a:lnTo>
                  <a:lnTo>
                    <a:pt x="1413" y="1657"/>
                  </a:lnTo>
                  <a:lnTo>
                    <a:pt x="1243" y="1730"/>
                  </a:lnTo>
                  <a:lnTo>
                    <a:pt x="1072" y="1779"/>
                  </a:lnTo>
                  <a:lnTo>
                    <a:pt x="902" y="1803"/>
                  </a:lnTo>
                  <a:lnTo>
                    <a:pt x="902" y="1803"/>
                  </a:lnTo>
                  <a:lnTo>
                    <a:pt x="731" y="1779"/>
                  </a:lnTo>
                  <a:lnTo>
                    <a:pt x="561" y="1730"/>
                  </a:lnTo>
                  <a:lnTo>
                    <a:pt x="390" y="1657"/>
                  </a:lnTo>
                  <a:lnTo>
                    <a:pt x="269" y="1535"/>
                  </a:lnTo>
                  <a:lnTo>
                    <a:pt x="147" y="1414"/>
                  </a:lnTo>
                  <a:lnTo>
                    <a:pt x="74" y="1243"/>
                  </a:lnTo>
                  <a:lnTo>
                    <a:pt x="25" y="1073"/>
                  </a:lnTo>
                  <a:lnTo>
                    <a:pt x="1" y="902"/>
                  </a:lnTo>
                  <a:lnTo>
                    <a:pt x="1" y="902"/>
                  </a:lnTo>
                  <a:lnTo>
                    <a:pt x="25" y="732"/>
                  </a:lnTo>
                  <a:lnTo>
                    <a:pt x="74" y="561"/>
                  </a:lnTo>
                  <a:lnTo>
                    <a:pt x="147" y="391"/>
                  </a:lnTo>
                  <a:lnTo>
                    <a:pt x="269" y="269"/>
                  </a:lnTo>
                  <a:lnTo>
                    <a:pt x="390" y="147"/>
                  </a:lnTo>
                  <a:lnTo>
                    <a:pt x="561" y="74"/>
                  </a:lnTo>
                  <a:lnTo>
                    <a:pt x="731" y="25"/>
                  </a:lnTo>
                  <a:lnTo>
                    <a:pt x="902" y="1"/>
                  </a:lnTo>
                  <a:lnTo>
                    <a:pt x="902"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99;p12">
              <a:extLst>
                <a:ext uri="{FF2B5EF4-FFF2-40B4-BE49-F238E27FC236}">
                  <a16:creationId xmlns:a16="http://schemas.microsoft.com/office/drawing/2014/main" id="{1550A93D-83D3-6957-6B90-1A1EC32C5CFA}"/>
                </a:ext>
              </a:extLst>
            </p:cNvPr>
            <p:cNvSpPr/>
            <p:nvPr/>
          </p:nvSpPr>
          <p:spPr>
            <a:xfrm>
              <a:off x="631050" y="274025"/>
              <a:ext cx="45075" cy="45100"/>
            </a:xfrm>
            <a:custGeom>
              <a:avLst/>
              <a:gdLst/>
              <a:ahLst/>
              <a:cxnLst/>
              <a:rect l="l" t="t" r="r" b="b"/>
              <a:pathLst>
                <a:path w="1803" h="1804" fill="none" extrusionOk="0">
                  <a:moveTo>
                    <a:pt x="0" y="902"/>
                  </a:moveTo>
                  <a:lnTo>
                    <a:pt x="0" y="902"/>
                  </a:lnTo>
                  <a:lnTo>
                    <a:pt x="25" y="732"/>
                  </a:lnTo>
                  <a:lnTo>
                    <a:pt x="73" y="561"/>
                  </a:lnTo>
                  <a:lnTo>
                    <a:pt x="147" y="391"/>
                  </a:lnTo>
                  <a:lnTo>
                    <a:pt x="268" y="269"/>
                  </a:lnTo>
                  <a:lnTo>
                    <a:pt x="390" y="147"/>
                  </a:lnTo>
                  <a:lnTo>
                    <a:pt x="561" y="74"/>
                  </a:lnTo>
                  <a:lnTo>
                    <a:pt x="731" y="25"/>
                  </a:lnTo>
                  <a:lnTo>
                    <a:pt x="902" y="1"/>
                  </a:lnTo>
                  <a:lnTo>
                    <a:pt x="902" y="1"/>
                  </a:lnTo>
                  <a:lnTo>
                    <a:pt x="1072" y="25"/>
                  </a:lnTo>
                  <a:lnTo>
                    <a:pt x="1243" y="74"/>
                  </a:lnTo>
                  <a:lnTo>
                    <a:pt x="1413" y="147"/>
                  </a:lnTo>
                  <a:lnTo>
                    <a:pt x="1535" y="269"/>
                  </a:lnTo>
                  <a:lnTo>
                    <a:pt x="1657" y="391"/>
                  </a:lnTo>
                  <a:lnTo>
                    <a:pt x="1730" y="561"/>
                  </a:lnTo>
                  <a:lnTo>
                    <a:pt x="1778" y="732"/>
                  </a:lnTo>
                  <a:lnTo>
                    <a:pt x="1803" y="902"/>
                  </a:lnTo>
                  <a:lnTo>
                    <a:pt x="1803" y="902"/>
                  </a:lnTo>
                  <a:lnTo>
                    <a:pt x="1778" y="1073"/>
                  </a:lnTo>
                  <a:lnTo>
                    <a:pt x="1730" y="1243"/>
                  </a:lnTo>
                  <a:lnTo>
                    <a:pt x="1657" y="1414"/>
                  </a:lnTo>
                  <a:lnTo>
                    <a:pt x="1535" y="1535"/>
                  </a:lnTo>
                  <a:lnTo>
                    <a:pt x="1413" y="1657"/>
                  </a:lnTo>
                  <a:lnTo>
                    <a:pt x="1243" y="1730"/>
                  </a:lnTo>
                  <a:lnTo>
                    <a:pt x="1072" y="1779"/>
                  </a:lnTo>
                  <a:lnTo>
                    <a:pt x="902" y="1803"/>
                  </a:lnTo>
                  <a:lnTo>
                    <a:pt x="902" y="1803"/>
                  </a:lnTo>
                  <a:lnTo>
                    <a:pt x="731" y="1779"/>
                  </a:lnTo>
                  <a:lnTo>
                    <a:pt x="561" y="1730"/>
                  </a:lnTo>
                  <a:lnTo>
                    <a:pt x="390" y="1657"/>
                  </a:lnTo>
                  <a:lnTo>
                    <a:pt x="268" y="1535"/>
                  </a:lnTo>
                  <a:lnTo>
                    <a:pt x="147" y="1414"/>
                  </a:lnTo>
                  <a:lnTo>
                    <a:pt x="73" y="1243"/>
                  </a:lnTo>
                  <a:lnTo>
                    <a:pt x="25" y="1073"/>
                  </a:lnTo>
                  <a:lnTo>
                    <a:pt x="0" y="902"/>
                  </a:lnTo>
                  <a:lnTo>
                    <a:pt x="0" y="902"/>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200;p12">
              <a:extLst>
                <a:ext uri="{FF2B5EF4-FFF2-40B4-BE49-F238E27FC236}">
                  <a16:creationId xmlns:a16="http://schemas.microsoft.com/office/drawing/2014/main" id="{C9100243-8963-322C-8D75-A96FC00574E1}"/>
                </a:ext>
              </a:extLst>
            </p:cNvPr>
            <p:cNvSpPr/>
            <p:nvPr/>
          </p:nvSpPr>
          <p:spPr>
            <a:xfrm>
              <a:off x="649925" y="590050"/>
              <a:ext cx="133975" cy="25"/>
            </a:xfrm>
            <a:custGeom>
              <a:avLst/>
              <a:gdLst/>
              <a:ahLst/>
              <a:cxnLst/>
              <a:rect l="l" t="t" r="r" b="b"/>
              <a:pathLst>
                <a:path w="5359" h="1" fill="none" extrusionOk="0">
                  <a:moveTo>
                    <a:pt x="5358" y="0"/>
                  </a:moveTo>
                  <a:lnTo>
                    <a:pt x="0" y="0"/>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201;p12">
              <a:extLst>
                <a:ext uri="{FF2B5EF4-FFF2-40B4-BE49-F238E27FC236}">
                  <a16:creationId xmlns:a16="http://schemas.microsoft.com/office/drawing/2014/main" id="{DFC05390-B571-318B-48BC-918229415CED}"/>
                </a:ext>
              </a:extLst>
            </p:cNvPr>
            <p:cNvSpPr/>
            <p:nvPr/>
          </p:nvSpPr>
          <p:spPr>
            <a:xfrm>
              <a:off x="649925" y="534625"/>
              <a:ext cx="255750" cy="25"/>
            </a:xfrm>
            <a:custGeom>
              <a:avLst/>
              <a:gdLst/>
              <a:ahLst/>
              <a:cxnLst/>
              <a:rect l="l" t="t" r="r" b="b"/>
              <a:pathLst>
                <a:path w="10230" h="1" fill="none" extrusionOk="0">
                  <a:moveTo>
                    <a:pt x="10229" y="1"/>
                  </a:moveTo>
                  <a:lnTo>
                    <a:pt x="0"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202;p12">
              <a:extLst>
                <a:ext uri="{FF2B5EF4-FFF2-40B4-BE49-F238E27FC236}">
                  <a16:creationId xmlns:a16="http://schemas.microsoft.com/office/drawing/2014/main" id="{F13917FC-A651-CE18-03E9-8790C470DE8B}"/>
                </a:ext>
              </a:extLst>
            </p:cNvPr>
            <p:cNvSpPr/>
            <p:nvPr/>
          </p:nvSpPr>
          <p:spPr>
            <a:xfrm>
              <a:off x="649925" y="479825"/>
              <a:ext cx="255750" cy="25"/>
            </a:xfrm>
            <a:custGeom>
              <a:avLst/>
              <a:gdLst/>
              <a:ahLst/>
              <a:cxnLst/>
              <a:rect l="l" t="t" r="r" b="b"/>
              <a:pathLst>
                <a:path w="10230" h="1" fill="none" extrusionOk="0">
                  <a:moveTo>
                    <a:pt x="10229" y="1"/>
                  </a:moveTo>
                  <a:lnTo>
                    <a:pt x="0"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203;p12">
              <a:extLst>
                <a:ext uri="{FF2B5EF4-FFF2-40B4-BE49-F238E27FC236}">
                  <a16:creationId xmlns:a16="http://schemas.microsoft.com/office/drawing/2014/main" id="{24ED74C1-DC0E-59E4-309F-551FF4A907AA}"/>
                </a:ext>
              </a:extLst>
            </p:cNvPr>
            <p:cNvSpPr/>
            <p:nvPr/>
          </p:nvSpPr>
          <p:spPr>
            <a:xfrm>
              <a:off x="649925" y="424425"/>
              <a:ext cx="255750" cy="25"/>
            </a:xfrm>
            <a:custGeom>
              <a:avLst/>
              <a:gdLst/>
              <a:ahLst/>
              <a:cxnLst/>
              <a:rect l="l" t="t" r="r" b="b"/>
              <a:pathLst>
                <a:path w="10230" h="1" fill="none" extrusionOk="0">
                  <a:moveTo>
                    <a:pt x="10229" y="1"/>
                  </a:moveTo>
                  <a:lnTo>
                    <a:pt x="0"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204;p12">
              <a:extLst>
                <a:ext uri="{FF2B5EF4-FFF2-40B4-BE49-F238E27FC236}">
                  <a16:creationId xmlns:a16="http://schemas.microsoft.com/office/drawing/2014/main" id="{7CAB6256-C8BC-B84B-3ACA-7C01C51C48C0}"/>
                </a:ext>
              </a:extLst>
            </p:cNvPr>
            <p:cNvSpPr/>
            <p:nvPr/>
          </p:nvSpPr>
          <p:spPr>
            <a:xfrm>
              <a:off x="879475" y="274025"/>
              <a:ext cx="45075" cy="45100"/>
            </a:xfrm>
            <a:custGeom>
              <a:avLst/>
              <a:gdLst/>
              <a:ahLst/>
              <a:cxnLst/>
              <a:rect l="l" t="t" r="r" b="b"/>
              <a:pathLst>
                <a:path w="1803" h="1804" fill="none" extrusionOk="0">
                  <a:moveTo>
                    <a:pt x="901" y="1803"/>
                  </a:moveTo>
                  <a:lnTo>
                    <a:pt x="901" y="1803"/>
                  </a:lnTo>
                  <a:lnTo>
                    <a:pt x="731" y="1779"/>
                  </a:lnTo>
                  <a:lnTo>
                    <a:pt x="560" y="1730"/>
                  </a:lnTo>
                  <a:lnTo>
                    <a:pt x="390" y="1657"/>
                  </a:lnTo>
                  <a:lnTo>
                    <a:pt x="268" y="1535"/>
                  </a:lnTo>
                  <a:lnTo>
                    <a:pt x="146" y="1414"/>
                  </a:lnTo>
                  <a:lnTo>
                    <a:pt x="73" y="1243"/>
                  </a:lnTo>
                  <a:lnTo>
                    <a:pt x="25" y="1073"/>
                  </a:lnTo>
                  <a:lnTo>
                    <a:pt x="0" y="902"/>
                  </a:lnTo>
                  <a:lnTo>
                    <a:pt x="0" y="902"/>
                  </a:lnTo>
                  <a:lnTo>
                    <a:pt x="25" y="732"/>
                  </a:lnTo>
                  <a:lnTo>
                    <a:pt x="73" y="561"/>
                  </a:lnTo>
                  <a:lnTo>
                    <a:pt x="146" y="391"/>
                  </a:lnTo>
                  <a:lnTo>
                    <a:pt x="268" y="269"/>
                  </a:lnTo>
                  <a:lnTo>
                    <a:pt x="390" y="147"/>
                  </a:lnTo>
                  <a:lnTo>
                    <a:pt x="560" y="74"/>
                  </a:lnTo>
                  <a:lnTo>
                    <a:pt x="731" y="25"/>
                  </a:lnTo>
                  <a:lnTo>
                    <a:pt x="901" y="1"/>
                  </a:lnTo>
                  <a:lnTo>
                    <a:pt x="901" y="1"/>
                  </a:lnTo>
                  <a:lnTo>
                    <a:pt x="1072" y="25"/>
                  </a:lnTo>
                  <a:lnTo>
                    <a:pt x="1242" y="74"/>
                  </a:lnTo>
                  <a:lnTo>
                    <a:pt x="1413" y="147"/>
                  </a:lnTo>
                  <a:lnTo>
                    <a:pt x="1535" y="269"/>
                  </a:lnTo>
                  <a:lnTo>
                    <a:pt x="1656" y="391"/>
                  </a:lnTo>
                  <a:lnTo>
                    <a:pt x="1729" y="561"/>
                  </a:lnTo>
                  <a:lnTo>
                    <a:pt x="1778" y="732"/>
                  </a:lnTo>
                  <a:lnTo>
                    <a:pt x="1802" y="902"/>
                  </a:lnTo>
                  <a:lnTo>
                    <a:pt x="1802" y="902"/>
                  </a:lnTo>
                  <a:lnTo>
                    <a:pt x="1778" y="1073"/>
                  </a:lnTo>
                  <a:lnTo>
                    <a:pt x="1729" y="1243"/>
                  </a:lnTo>
                  <a:lnTo>
                    <a:pt x="1656" y="1414"/>
                  </a:lnTo>
                  <a:lnTo>
                    <a:pt x="1535" y="1535"/>
                  </a:lnTo>
                  <a:lnTo>
                    <a:pt x="1413" y="1657"/>
                  </a:lnTo>
                  <a:lnTo>
                    <a:pt x="1242" y="1730"/>
                  </a:lnTo>
                  <a:lnTo>
                    <a:pt x="1072" y="1779"/>
                  </a:lnTo>
                  <a:lnTo>
                    <a:pt x="901" y="1803"/>
                  </a:lnTo>
                  <a:lnTo>
                    <a:pt x="901" y="1803"/>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205;p12">
              <a:extLst>
                <a:ext uri="{FF2B5EF4-FFF2-40B4-BE49-F238E27FC236}">
                  <a16:creationId xmlns:a16="http://schemas.microsoft.com/office/drawing/2014/main" id="{051BFC40-6BF5-36D4-187A-ABD2A9F82770}"/>
                </a:ext>
              </a:extLst>
            </p:cNvPr>
            <p:cNvSpPr/>
            <p:nvPr/>
          </p:nvSpPr>
          <p:spPr>
            <a:xfrm>
              <a:off x="654800" y="244200"/>
              <a:ext cx="25" cy="51175"/>
            </a:xfrm>
            <a:custGeom>
              <a:avLst/>
              <a:gdLst/>
              <a:ahLst/>
              <a:cxnLst/>
              <a:rect l="l" t="t" r="r" b="b"/>
              <a:pathLst>
                <a:path w="1" h="2047" fill="none" extrusionOk="0">
                  <a:moveTo>
                    <a:pt x="0" y="1"/>
                  </a:moveTo>
                  <a:lnTo>
                    <a:pt x="0" y="2046"/>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206;p12">
              <a:extLst>
                <a:ext uri="{FF2B5EF4-FFF2-40B4-BE49-F238E27FC236}">
                  <a16:creationId xmlns:a16="http://schemas.microsoft.com/office/drawing/2014/main" id="{108B2914-9F44-E349-41E8-0343BA216065}"/>
                </a:ext>
              </a:extLst>
            </p:cNvPr>
            <p:cNvSpPr/>
            <p:nvPr/>
          </p:nvSpPr>
          <p:spPr>
            <a:xfrm>
              <a:off x="737600" y="244200"/>
              <a:ext cx="25" cy="51175"/>
            </a:xfrm>
            <a:custGeom>
              <a:avLst/>
              <a:gdLst/>
              <a:ahLst/>
              <a:cxnLst/>
              <a:rect l="l" t="t" r="r" b="b"/>
              <a:pathLst>
                <a:path w="1" h="2047" fill="none" extrusionOk="0">
                  <a:moveTo>
                    <a:pt x="1" y="1"/>
                  </a:moveTo>
                  <a:lnTo>
                    <a:pt x="1" y="2046"/>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207;p12">
              <a:extLst>
                <a:ext uri="{FF2B5EF4-FFF2-40B4-BE49-F238E27FC236}">
                  <a16:creationId xmlns:a16="http://schemas.microsoft.com/office/drawing/2014/main" id="{D12ADF4A-4D81-E295-CDB4-5430E8449103}"/>
                </a:ext>
              </a:extLst>
            </p:cNvPr>
            <p:cNvSpPr/>
            <p:nvPr/>
          </p:nvSpPr>
          <p:spPr>
            <a:xfrm>
              <a:off x="820400" y="244200"/>
              <a:ext cx="25" cy="51175"/>
            </a:xfrm>
            <a:custGeom>
              <a:avLst/>
              <a:gdLst/>
              <a:ahLst/>
              <a:cxnLst/>
              <a:rect l="l" t="t" r="r" b="b"/>
              <a:pathLst>
                <a:path w="1" h="2047" fill="none" extrusionOk="0">
                  <a:moveTo>
                    <a:pt x="1" y="1"/>
                  </a:moveTo>
                  <a:lnTo>
                    <a:pt x="1" y="2046"/>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8;p12">
              <a:extLst>
                <a:ext uri="{FF2B5EF4-FFF2-40B4-BE49-F238E27FC236}">
                  <a16:creationId xmlns:a16="http://schemas.microsoft.com/office/drawing/2014/main" id="{CC0C0606-9E14-E895-C9CC-3A7214701787}"/>
                </a:ext>
              </a:extLst>
            </p:cNvPr>
            <p:cNvSpPr/>
            <p:nvPr/>
          </p:nvSpPr>
          <p:spPr>
            <a:xfrm>
              <a:off x="903225" y="244200"/>
              <a:ext cx="25" cy="51175"/>
            </a:xfrm>
            <a:custGeom>
              <a:avLst/>
              <a:gdLst/>
              <a:ahLst/>
              <a:cxnLst/>
              <a:rect l="l" t="t" r="r" b="b"/>
              <a:pathLst>
                <a:path w="1" h="2047" fill="none" extrusionOk="0">
                  <a:moveTo>
                    <a:pt x="0" y="1"/>
                  </a:moveTo>
                  <a:lnTo>
                    <a:pt x="0" y="2046"/>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21" name="Picture 20">
            <a:extLst>
              <a:ext uri="{FF2B5EF4-FFF2-40B4-BE49-F238E27FC236}">
                <a16:creationId xmlns:a16="http://schemas.microsoft.com/office/drawing/2014/main" id="{2C64CC72-86AF-396A-8F0E-F03CB5C2874B}"/>
              </a:ext>
            </a:extLst>
          </p:cNvPr>
          <p:cNvPicPr>
            <a:picLocks noChangeAspect="1"/>
          </p:cNvPicPr>
          <p:nvPr/>
        </p:nvPicPr>
        <p:blipFill>
          <a:blip r:embed="rId2"/>
          <a:stretch>
            <a:fillRect/>
          </a:stretch>
        </p:blipFill>
        <p:spPr>
          <a:xfrm>
            <a:off x="113397" y="1351005"/>
            <a:ext cx="6544779" cy="3675350"/>
          </a:xfrm>
          <a:prstGeom prst="rect">
            <a:avLst/>
          </a:prstGeom>
        </p:spPr>
      </p:pic>
    </p:spTree>
    <p:extLst>
      <p:ext uri="{BB962C8B-B14F-4D97-AF65-F5344CB8AC3E}">
        <p14:creationId xmlns:p14="http://schemas.microsoft.com/office/powerpoint/2010/main" val="624095893"/>
      </p:ext>
    </p:extLst>
  </p:cSld>
  <p:clrMapOvr>
    <a:masterClrMapping/>
  </p:clrMapOvr>
  <p:transition>
    <p:fade thruBlk="1"/>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2D5159-B2B7-9A2D-947C-E6831658E9E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A952E5A-92BF-8169-9799-EC5D12599371}"/>
              </a:ext>
            </a:extLst>
          </p:cNvPr>
          <p:cNvSpPr>
            <a:spLocks noGrp="1"/>
          </p:cNvSpPr>
          <p:nvPr>
            <p:ph type="title"/>
          </p:nvPr>
        </p:nvSpPr>
        <p:spPr/>
        <p:txBody>
          <a:bodyPr/>
          <a:lstStyle/>
          <a:p>
            <a:r>
              <a:rPr lang="en-PH" dirty="0"/>
              <a:t>The Art of Debugging</a:t>
            </a:r>
            <a:endParaRPr lang="en-PH" dirty="0">
              <a:latin typeface="Roboto Condensed" panose="02000000000000000000" pitchFamily="2" charset="0"/>
              <a:ea typeface="Roboto Condensed" panose="02000000000000000000" pitchFamily="2" charset="0"/>
              <a:cs typeface="Roboto Condensed" panose="02000000000000000000" pitchFamily="2" charset="0"/>
            </a:endParaRPr>
          </a:p>
        </p:txBody>
      </p:sp>
      <p:sp>
        <p:nvSpPr>
          <p:cNvPr id="3" name="Text Placeholder 2">
            <a:extLst>
              <a:ext uri="{FF2B5EF4-FFF2-40B4-BE49-F238E27FC236}">
                <a16:creationId xmlns:a16="http://schemas.microsoft.com/office/drawing/2014/main" id="{539CEC96-A1C1-F5D5-12F3-D9F857303690}"/>
              </a:ext>
            </a:extLst>
          </p:cNvPr>
          <p:cNvSpPr>
            <a:spLocks noGrp="1"/>
          </p:cNvSpPr>
          <p:nvPr>
            <p:ph type="body" idx="1"/>
          </p:nvPr>
        </p:nvSpPr>
        <p:spPr>
          <a:xfrm>
            <a:off x="140124" y="1308259"/>
            <a:ext cx="8563151" cy="2724300"/>
          </a:xfrm>
        </p:spPr>
        <p:txBody>
          <a:bodyPr/>
          <a:lstStyle/>
          <a:p>
            <a:r>
              <a:rPr lang="en-PH" sz="1900" b="1" dirty="0">
                <a:latin typeface="Roboto Condensed" panose="02000000000000000000" pitchFamily="2" charset="0"/>
                <a:ea typeface="Roboto Condensed" panose="02000000000000000000" pitchFamily="2" charset="0"/>
                <a:cs typeface="Roboto Condensed" panose="02000000000000000000" pitchFamily="2" charset="0"/>
              </a:rPr>
              <a:t>The Types of Errors</a:t>
            </a:r>
          </a:p>
          <a:p>
            <a:pPr lvl="0"/>
            <a:r>
              <a:rPr lang="en-PH" sz="1900" b="1" dirty="0">
                <a:latin typeface="Roboto Condensed" panose="02000000000000000000" pitchFamily="2" charset="0"/>
                <a:ea typeface="Roboto Condensed" panose="02000000000000000000" pitchFamily="2" charset="0"/>
                <a:cs typeface="Roboto Condensed" panose="02000000000000000000" pitchFamily="2" charset="0"/>
              </a:rPr>
              <a:t>Syntax Errors:</a:t>
            </a:r>
            <a:r>
              <a:rPr lang="en-PH" sz="1900" dirty="0">
                <a:latin typeface="Roboto Condensed" panose="02000000000000000000" pitchFamily="2" charset="0"/>
                <a:ea typeface="Roboto Condensed" panose="02000000000000000000" pitchFamily="2" charset="0"/>
                <a:cs typeface="Roboto Condensed" panose="02000000000000000000" pitchFamily="2" charset="0"/>
              </a:rPr>
              <a:t> The grammar mistakes. You forgot a semicolon ;, you missed a closing bracket }, or you misspelled a command like </a:t>
            </a:r>
            <a:r>
              <a:rPr lang="en-PH" sz="1900" dirty="0" err="1">
                <a:latin typeface="Roboto Condensed" panose="02000000000000000000" pitchFamily="2" charset="0"/>
                <a:ea typeface="Roboto Condensed" panose="02000000000000000000" pitchFamily="2" charset="0"/>
                <a:cs typeface="Roboto Condensed" panose="02000000000000000000" pitchFamily="2" charset="0"/>
              </a:rPr>
              <a:t>fucntion</a:t>
            </a:r>
            <a:r>
              <a:rPr lang="en-PH" sz="1900" dirty="0">
                <a:latin typeface="Roboto Condensed" panose="02000000000000000000" pitchFamily="2" charset="0"/>
                <a:ea typeface="Roboto Condensed" panose="02000000000000000000" pitchFamily="2" charset="0"/>
                <a:cs typeface="Roboto Condensed" panose="02000000000000000000" pitchFamily="2" charset="0"/>
              </a:rPr>
              <a:t> instead of function. The program will refuse to run until you fix this.</a:t>
            </a:r>
          </a:p>
          <a:p>
            <a:pPr lvl="0"/>
            <a:r>
              <a:rPr lang="en-PH" sz="1900" b="1" dirty="0">
                <a:latin typeface="Roboto Condensed" panose="02000000000000000000" pitchFamily="2" charset="0"/>
                <a:ea typeface="Roboto Condensed" panose="02000000000000000000" pitchFamily="2" charset="0"/>
                <a:cs typeface="Roboto Condensed" panose="02000000000000000000" pitchFamily="2" charset="0"/>
              </a:rPr>
              <a:t>Runtime Errors:</a:t>
            </a:r>
            <a:r>
              <a:rPr lang="en-PH" sz="1900" dirty="0">
                <a:latin typeface="Roboto Condensed" panose="02000000000000000000" pitchFamily="2" charset="0"/>
                <a:ea typeface="Roboto Condensed" panose="02000000000000000000" pitchFamily="2" charset="0"/>
                <a:cs typeface="Roboto Condensed" panose="02000000000000000000" pitchFamily="2" charset="0"/>
              </a:rPr>
              <a:t> The code looks grammatically correct, but asks the computer to do something impossible while it's running—like dividing a number by zero, or trying to connect to a database that is offline. The program runs, then crashes.</a:t>
            </a:r>
          </a:p>
          <a:p>
            <a:pPr lvl="0"/>
            <a:r>
              <a:rPr lang="en-PH" sz="1900" b="1" dirty="0">
                <a:latin typeface="Roboto Condensed" panose="02000000000000000000" pitchFamily="2" charset="0"/>
                <a:ea typeface="Roboto Condensed" panose="02000000000000000000" pitchFamily="2" charset="0"/>
                <a:cs typeface="Roboto Condensed" panose="02000000000000000000" pitchFamily="2" charset="0"/>
              </a:rPr>
              <a:t>Logical Errors:</a:t>
            </a:r>
            <a:r>
              <a:rPr lang="en-PH" sz="1900" dirty="0">
                <a:latin typeface="Roboto Condensed" panose="02000000000000000000" pitchFamily="2" charset="0"/>
                <a:ea typeface="Roboto Condensed" panose="02000000000000000000" pitchFamily="2" charset="0"/>
                <a:cs typeface="Roboto Condensed" panose="02000000000000000000" pitchFamily="2" charset="0"/>
              </a:rPr>
              <a:t> The most dangerous type. The program runs perfectly without crashing, but the math or logic is wrong. (e.g., You accidentally put a + instead of a -, so a student's tuition fee is calculated incorrectly). The computer did exactly what you asked, but your instructions were flawed.</a:t>
            </a:r>
          </a:p>
        </p:txBody>
      </p:sp>
      <p:sp>
        <p:nvSpPr>
          <p:cNvPr id="5" name="Slide Number Placeholder 4">
            <a:extLst>
              <a:ext uri="{FF2B5EF4-FFF2-40B4-BE49-F238E27FC236}">
                <a16:creationId xmlns:a16="http://schemas.microsoft.com/office/drawing/2014/main" id="{ECB9DF94-568B-8742-664F-733E86596917}"/>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t>13</a:t>
            </a:fld>
            <a:endParaRPr lang="en-GB"/>
          </a:p>
        </p:txBody>
      </p:sp>
      <p:grpSp>
        <p:nvGrpSpPr>
          <p:cNvPr id="6" name="Google Shape;194;p12">
            <a:extLst>
              <a:ext uri="{FF2B5EF4-FFF2-40B4-BE49-F238E27FC236}">
                <a16:creationId xmlns:a16="http://schemas.microsoft.com/office/drawing/2014/main" id="{4158C814-7CC7-8065-F532-A4816D28CB76}"/>
              </a:ext>
            </a:extLst>
          </p:cNvPr>
          <p:cNvGrpSpPr/>
          <p:nvPr/>
        </p:nvGrpSpPr>
        <p:grpSpPr>
          <a:xfrm>
            <a:off x="293683" y="574116"/>
            <a:ext cx="309041" cy="403123"/>
            <a:chOff x="590250" y="244200"/>
            <a:chExt cx="407975" cy="532175"/>
          </a:xfrm>
        </p:grpSpPr>
        <p:sp>
          <p:nvSpPr>
            <p:cNvPr id="7" name="Google Shape;195;p12">
              <a:extLst>
                <a:ext uri="{FF2B5EF4-FFF2-40B4-BE49-F238E27FC236}">
                  <a16:creationId xmlns:a16="http://schemas.microsoft.com/office/drawing/2014/main" id="{5A7B7909-2787-7E23-4CD3-818B8FD0E53A}"/>
                </a:ext>
              </a:extLst>
            </p:cNvPr>
            <p:cNvSpPr/>
            <p:nvPr/>
          </p:nvSpPr>
          <p:spPr>
            <a:xfrm>
              <a:off x="623125" y="313625"/>
              <a:ext cx="375100" cy="462750"/>
            </a:xfrm>
            <a:custGeom>
              <a:avLst/>
              <a:gdLst/>
              <a:ahLst/>
              <a:cxnLst/>
              <a:rect l="l" t="t" r="r" b="b"/>
              <a:pathLst>
                <a:path w="15004" h="18510" fill="none" extrusionOk="0">
                  <a:moveTo>
                    <a:pt x="1" y="17536"/>
                  </a:moveTo>
                  <a:lnTo>
                    <a:pt x="1" y="17536"/>
                  </a:lnTo>
                  <a:lnTo>
                    <a:pt x="1" y="17536"/>
                  </a:lnTo>
                  <a:lnTo>
                    <a:pt x="25" y="17682"/>
                  </a:lnTo>
                  <a:lnTo>
                    <a:pt x="49" y="17852"/>
                  </a:lnTo>
                  <a:lnTo>
                    <a:pt x="123" y="18023"/>
                  </a:lnTo>
                  <a:lnTo>
                    <a:pt x="220" y="18193"/>
                  </a:lnTo>
                  <a:lnTo>
                    <a:pt x="293" y="18291"/>
                  </a:lnTo>
                  <a:lnTo>
                    <a:pt x="390" y="18364"/>
                  </a:lnTo>
                  <a:lnTo>
                    <a:pt x="488" y="18412"/>
                  </a:lnTo>
                  <a:lnTo>
                    <a:pt x="610" y="18461"/>
                  </a:lnTo>
                  <a:lnTo>
                    <a:pt x="756" y="18510"/>
                  </a:lnTo>
                  <a:lnTo>
                    <a:pt x="926" y="18510"/>
                  </a:lnTo>
                  <a:lnTo>
                    <a:pt x="14468" y="18510"/>
                  </a:lnTo>
                  <a:lnTo>
                    <a:pt x="14468" y="18510"/>
                  </a:lnTo>
                  <a:lnTo>
                    <a:pt x="14541" y="18510"/>
                  </a:lnTo>
                  <a:lnTo>
                    <a:pt x="14614" y="18485"/>
                  </a:lnTo>
                  <a:lnTo>
                    <a:pt x="14736" y="18412"/>
                  </a:lnTo>
                  <a:lnTo>
                    <a:pt x="14833" y="18291"/>
                  </a:lnTo>
                  <a:lnTo>
                    <a:pt x="14906" y="18144"/>
                  </a:lnTo>
                  <a:lnTo>
                    <a:pt x="14955" y="17974"/>
                  </a:lnTo>
                  <a:lnTo>
                    <a:pt x="14979" y="17779"/>
                  </a:lnTo>
                  <a:lnTo>
                    <a:pt x="15003" y="17438"/>
                  </a:lnTo>
                  <a:lnTo>
                    <a:pt x="15003" y="487"/>
                  </a:lnTo>
                  <a:lnTo>
                    <a:pt x="15003" y="487"/>
                  </a:lnTo>
                  <a:lnTo>
                    <a:pt x="15003" y="341"/>
                  </a:lnTo>
                  <a:lnTo>
                    <a:pt x="14979" y="219"/>
                  </a:lnTo>
                  <a:lnTo>
                    <a:pt x="14955" y="146"/>
                  </a:lnTo>
                  <a:lnTo>
                    <a:pt x="14906" y="73"/>
                  </a:lnTo>
                  <a:lnTo>
                    <a:pt x="14833" y="49"/>
                  </a:lnTo>
                  <a:lnTo>
                    <a:pt x="14736" y="24"/>
                  </a:lnTo>
                  <a:lnTo>
                    <a:pt x="14468" y="0"/>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196;p12">
              <a:extLst>
                <a:ext uri="{FF2B5EF4-FFF2-40B4-BE49-F238E27FC236}">
                  <a16:creationId xmlns:a16="http://schemas.microsoft.com/office/drawing/2014/main" id="{863738D9-49DD-E90F-5A64-C707F313E556}"/>
                </a:ext>
              </a:extLst>
            </p:cNvPr>
            <p:cNvSpPr/>
            <p:nvPr/>
          </p:nvSpPr>
          <p:spPr>
            <a:xfrm>
              <a:off x="590250" y="269775"/>
              <a:ext cx="377525" cy="462775"/>
            </a:xfrm>
            <a:custGeom>
              <a:avLst/>
              <a:gdLst/>
              <a:ahLst/>
              <a:cxnLst/>
              <a:rect l="l" t="t" r="r" b="b"/>
              <a:pathLst>
                <a:path w="15101" h="18511" fill="none" extrusionOk="0">
                  <a:moveTo>
                    <a:pt x="14321" y="0"/>
                  </a:moveTo>
                  <a:lnTo>
                    <a:pt x="780" y="0"/>
                  </a:lnTo>
                  <a:lnTo>
                    <a:pt x="780" y="0"/>
                  </a:lnTo>
                  <a:lnTo>
                    <a:pt x="634" y="25"/>
                  </a:lnTo>
                  <a:lnTo>
                    <a:pt x="488" y="74"/>
                  </a:lnTo>
                  <a:lnTo>
                    <a:pt x="342" y="122"/>
                  </a:lnTo>
                  <a:lnTo>
                    <a:pt x="220" y="220"/>
                  </a:lnTo>
                  <a:lnTo>
                    <a:pt x="122" y="341"/>
                  </a:lnTo>
                  <a:lnTo>
                    <a:pt x="74" y="488"/>
                  </a:lnTo>
                  <a:lnTo>
                    <a:pt x="25" y="634"/>
                  </a:lnTo>
                  <a:lnTo>
                    <a:pt x="1" y="780"/>
                  </a:lnTo>
                  <a:lnTo>
                    <a:pt x="1" y="17731"/>
                  </a:lnTo>
                  <a:lnTo>
                    <a:pt x="1" y="17731"/>
                  </a:lnTo>
                  <a:lnTo>
                    <a:pt x="25" y="17877"/>
                  </a:lnTo>
                  <a:lnTo>
                    <a:pt x="74" y="18023"/>
                  </a:lnTo>
                  <a:lnTo>
                    <a:pt x="122" y="18169"/>
                  </a:lnTo>
                  <a:lnTo>
                    <a:pt x="220" y="18291"/>
                  </a:lnTo>
                  <a:lnTo>
                    <a:pt x="342" y="18388"/>
                  </a:lnTo>
                  <a:lnTo>
                    <a:pt x="488" y="18437"/>
                  </a:lnTo>
                  <a:lnTo>
                    <a:pt x="634" y="18486"/>
                  </a:lnTo>
                  <a:lnTo>
                    <a:pt x="780" y="18510"/>
                  </a:lnTo>
                  <a:lnTo>
                    <a:pt x="14321" y="18510"/>
                  </a:lnTo>
                  <a:lnTo>
                    <a:pt x="14321" y="18510"/>
                  </a:lnTo>
                  <a:lnTo>
                    <a:pt x="14467" y="18486"/>
                  </a:lnTo>
                  <a:lnTo>
                    <a:pt x="14614" y="18437"/>
                  </a:lnTo>
                  <a:lnTo>
                    <a:pt x="14760" y="18388"/>
                  </a:lnTo>
                  <a:lnTo>
                    <a:pt x="14881" y="18291"/>
                  </a:lnTo>
                  <a:lnTo>
                    <a:pt x="14979" y="18169"/>
                  </a:lnTo>
                  <a:lnTo>
                    <a:pt x="15028" y="18023"/>
                  </a:lnTo>
                  <a:lnTo>
                    <a:pt x="15076" y="17877"/>
                  </a:lnTo>
                  <a:lnTo>
                    <a:pt x="15101" y="17731"/>
                  </a:lnTo>
                  <a:lnTo>
                    <a:pt x="15101" y="780"/>
                  </a:lnTo>
                  <a:lnTo>
                    <a:pt x="15101" y="780"/>
                  </a:lnTo>
                  <a:lnTo>
                    <a:pt x="15076" y="634"/>
                  </a:lnTo>
                  <a:lnTo>
                    <a:pt x="15028" y="488"/>
                  </a:lnTo>
                  <a:lnTo>
                    <a:pt x="14979" y="341"/>
                  </a:lnTo>
                  <a:lnTo>
                    <a:pt x="14881" y="220"/>
                  </a:lnTo>
                  <a:lnTo>
                    <a:pt x="14760" y="122"/>
                  </a:lnTo>
                  <a:lnTo>
                    <a:pt x="14614" y="74"/>
                  </a:lnTo>
                  <a:lnTo>
                    <a:pt x="14467" y="25"/>
                  </a:lnTo>
                  <a:lnTo>
                    <a:pt x="14321" y="0"/>
                  </a:lnTo>
                  <a:lnTo>
                    <a:pt x="14321" y="0"/>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197;p12">
              <a:extLst>
                <a:ext uri="{FF2B5EF4-FFF2-40B4-BE49-F238E27FC236}">
                  <a16:creationId xmlns:a16="http://schemas.microsoft.com/office/drawing/2014/main" id="{F7330439-2B88-7963-F652-56CED37E716F}"/>
                </a:ext>
              </a:extLst>
            </p:cNvPr>
            <p:cNvSpPr/>
            <p:nvPr/>
          </p:nvSpPr>
          <p:spPr>
            <a:xfrm>
              <a:off x="796650" y="274025"/>
              <a:ext cx="45100" cy="45100"/>
            </a:xfrm>
            <a:custGeom>
              <a:avLst/>
              <a:gdLst/>
              <a:ahLst/>
              <a:cxnLst/>
              <a:rect l="l" t="t" r="r" b="b"/>
              <a:pathLst>
                <a:path w="1804" h="1804" fill="none" extrusionOk="0">
                  <a:moveTo>
                    <a:pt x="902" y="1"/>
                  </a:moveTo>
                  <a:lnTo>
                    <a:pt x="902" y="1"/>
                  </a:lnTo>
                  <a:lnTo>
                    <a:pt x="1073" y="25"/>
                  </a:lnTo>
                  <a:lnTo>
                    <a:pt x="1243" y="74"/>
                  </a:lnTo>
                  <a:lnTo>
                    <a:pt x="1414" y="147"/>
                  </a:lnTo>
                  <a:lnTo>
                    <a:pt x="1535" y="269"/>
                  </a:lnTo>
                  <a:lnTo>
                    <a:pt x="1657" y="391"/>
                  </a:lnTo>
                  <a:lnTo>
                    <a:pt x="1730" y="561"/>
                  </a:lnTo>
                  <a:lnTo>
                    <a:pt x="1779" y="732"/>
                  </a:lnTo>
                  <a:lnTo>
                    <a:pt x="1803" y="902"/>
                  </a:lnTo>
                  <a:lnTo>
                    <a:pt x="1803" y="902"/>
                  </a:lnTo>
                  <a:lnTo>
                    <a:pt x="1779" y="1073"/>
                  </a:lnTo>
                  <a:lnTo>
                    <a:pt x="1730" y="1243"/>
                  </a:lnTo>
                  <a:lnTo>
                    <a:pt x="1657" y="1414"/>
                  </a:lnTo>
                  <a:lnTo>
                    <a:pt x="1535" y="1535"/>
                  </a:lnTo>
                  <a:lnTo>
                    <a:pt x="1414" y="1657"/>
                  </a:lnTo>
                  <a:lnTo>
                    <a:pt x="1243" y="1730"/>
                  </a:lnTo>
                  <a:lnTo>
                    <a:pt x="1073" y="1779"/>
                  </a:lnTo>
                  <a:lnTo>
                    <a:pt x="902" y="1803"/>
                  </a:lnTo>
                  <a:lnTo>
                    <a:pt x="902" y="1803"/>
                  </a:lnTo>
                  <a:lnTo>
                    <a:pt x="732" y="1779"/>
                  </a:lnTo>
                  <a:lnTo>
                    <a:pt x="561" y="1730"/>
                  </a:lnTo>
                  <a:lnTo>
                    <a:pt x="391" y="1657"/>
                  </a:lnTo>
                  <a:lnTo>
                    <a:pt x="269" y="1535"/>
                  </a:lnTo>
                  <a:lnTo>
                    <a:pt x="147" y="1414"/>
                  </a:lnTo>
                  <a:lnTo>
                    <a:pt x="74" y="1243"/>
                  </a:lnTo>
                  <a:lnTo>
                    <a:pt x="25" y="1073"/>
                  </a:lnTo>
                  <a:lnTo>
                    <a:pt x="1" y="902"/>
                  </a:lnTo>
                  <a:lnTo>
                    <a:pt x="1" y="902"/>
                  </a:lnTo>
                  <a:lnTo>
                    <a:pt x="25" y="732"/>
                  </a:lnTo>
                  <a:lnTo>
                    <a:pt x="74" y="561"/>
                  </a:lnTo>
                  <a:lnTo>
                    <a:pt x="147" y="391"/>
                  </a:lnTo>
                  <a:lnTo>
                    <a:pt x="269" y="269"/>
                  </a:lnTo>
                  <a:lnTo>
                    <a:pt x="391" y="147"/>
                  </a:lnTo>
                  <a:lnTo>
                    <a:pt x="561" y="74"/>
                  </a:lnTo>
                  <a:lnTo>
                    <a:pt x="732" y="25"/>
                  </a:lnTo>
                  <a:lnTo>
                    <a:pt x="902" y="1"/>
                  </a:lnTo>
                  <a:lnTo>
                    <a:pt x="902"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198;p12">
              <a:extLst>
                <a:ext uri="{FF2B5EF4-FFF2-40B4-BE49-F238E27FC236}">
                  <a16:creationId xmlns:a16="http://schemas.microsoft.com/office/drawing/2014/main" id="{6CD7C83F-EE64-3F4B-38BE-E25DE9B65D4A}"/>
                </a:ext>
              </a:extLst>
            </p:cNvPr>
            <p:cNvSpPr/>
            <p:nvPr/>
          </p:nvSpPr>
          <p:spPr>
            <a:xfrm>
              <a:off x="713850" y="274025"/>
              <a:ext cx="45075" cy="45100"/>
            </a:xfrm>
            <a:custGeom>
              <a:avLst/>
              <a:gdLst/>
              <a:ahLst/>
              <a:cxnLst/>
              <a:rect l="l" t="t" r="r" b="b"/>
              <a:pathLst>
                <a:path w="1803" h="1804" fill="none" extrusionOk="0">
                  <a:moveTo>
                    <a:pt x="902" y="1"/>
                  </a:moveTo>
                  <a:lnTo>
                    <a:pt x="902" y="1"/>
                  </a:lnTo>
                  <a:lnTo>
                    <a:pt x="1072" y="25"/>
                  </a:lnTo>
                  <a:lnTo>
                    <a:pt x="1243" y="74"/>
                  </a:lnTo>
                  <a:lnTo>
                    <a:pt x="1413" y="147"/>
                  </a:lnTo>
                  <a:lnTo>
                    <a:pt x="1535" y="269"/>
                  </a:lnTo>
                  <a:lnTo>
                    <a:pt x="1657" y="391"/>
                  </a:lnTo>
                  <a:lnTo>
                    <a:pt x="1730" y="561"/>
                  </a:lnTo>
                  <a:lnTo>
                    <a:pt x="1779" y="732"/>
                  </a:lnTo>
                  <a:lnTo>
                    <a:pt x="1803" y="902"/>
                  </a:lnTo>
                  <a:lnTo>
                    <a:pt x="1803" y="902"/>
                  </a:lnTo>
                  <a:lnTo>
                    <a:pt x="1779" y="1073"/>
                  </a:lnTo>
                  <a:lnTo>
                    <a:pt x="1730" y="1243"/>
                  </a:lnTo>
                  <a:lnTo>
                    <a:pt x="1657" y="1414"/>
                  </a:lnTo>
                  <a:lnTo>
                    <a:pt x="1535" y="1535"/>
                  </a:lnTo>
                  <a:lnTo>
                    <a:pt x="1413" y="1657"/>
                  </a:lnTo>
                  <a:lnTo>
                    <a:pt x="1243" y="1730"/>
                  </a:lnTo>
                  <a:lnTo>
                    <a:pt x="1072" y="1779"/>
                  </a:lnTo>
                  <a:lnTo>
                    <a:pt x="902" y="1803"/>
                  </a:lnTo>
                  <a:lnTo>
                    <a:pt x="902" y="1803"/>
                  </a:lnTo>
                  <a:lnTo>
                    <a:pt x="731" y="1779"/>
                  </a:lnTo>
                  <a:lnTo>
                    <a:pt x="561" y="1730"/>
                  </a:lnTo>
                  <a:lnTo>
                    <a:pt x="390" y="1657"/>
                  </a:lnTo>
                  <a:lnTo>
                    <a:pt x="269" y="1535"/>
                  </a:lnTo>
                  <a:lnTo>
                    <a:pt x="147" y="1414"/>
                  </a:lnTo>
                  <a:lnTo>
                    <a:pt x="74" y="1243"/>
                  </a:lnTo>
                  <a:lnTo>
                    <a:pt x="25" y="1073"/>
                  </a:lnTo>
                  <a:lnTo>
                    <a:pt x="1" y="902"/>
                  </a:lnTo>
                  <a:lnTo>
                    <a:pt x="1" y="902"/>
                  </a:lnTo>
                  <a:lnTo>
                    <a:pt x="25" y="732"/>
                  </a:lnTo>
                  <a:lnTo>
                    <a:pt x="74" y="561"/>
                  </a:lnTo>
                  <a:lnTo>
                    <a:pt x="147" y="391"/>
                  </a:lnTo>
                  <a:lnTo>
                    <a:pt x="269" y="269"/>
                  </a:lnTo>
                  <a:lnTo>
                    <a:pt x="390" y="147"/>
                  </a:lnTo>
                  <a:lnTo>
                    <a:pt x="561" y="74"/>
                  </a:lnTo>
                  <a:lnTo>
                    <a:pt x="731" y="25"/>
                  </a:lnTo>
                  <a:lnTo>
                    <a:pt x="902" y="1"/>
                  </a:lnTo>
                  <a:lnTo>
                    <a:pt x="902"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99;p12">
              <a:extLst>
                <a:ext uri="{FF2B5EF4-FFF2-40B4-BE49-F238E27FC236}">
                  <a16:creationId xmlns:a16="http://schemas.microsoft.com/office/drawing/2014/main" id="{2537A753-1B77-8957-B373-8262A7A88AED}"/>
                </a:ext>
              </a:extLst>
            </p:cNvPr>
            <p:cNvSpPr/>
            <p:nvPr/>
          </p:nvSpPr>
          <p:spPr>
            <a:xfrm>
              <a:off x="631050" y="274025"/>
              <a:ext cx="45075" cy="45100"/>
            </a:xfrm>
            <a:custGeom>
              <a:avLst/>
              <a:gdLst/>
              <a:ahLst/>
              <a:cxnLst/>
              <a:rect l="l" t="t" r="r" b="b"/>
              <a:pathLst>
                <a:path w="1803" h="1804" fill="none" extrusionOk="0">
                  <a:moveTo>
                    <a:pt x="0" y="902"/>
                  </a:moveTo>
                  <a:lnTo>
                    <a:pt x="0" y="902"/>
                  </a:lnTo>
                  <a:lnTo>
                    <a:pt x="25" y="732"/>
                  </a:lnTo>
                  <a:lnTo>
                    <a:pt x="73" y="561"/>
                  </a:lnTo>
                  <a:lnTo>
                    <a:pt x="147" y="391"/>
                  </a:lnTo>
                  <a:lnTo>
                    <a:pt x="268" y="269"/>
                  </a:lnTo>
                  <a:lnTo>
                    <a:pt x="390" y="147"/>
                  </a:lnTo>
                  <a:lnTo>
                    <a:pt x="561" y="74"/>
                  </a:lnTo>
                  <a:lnTo>
                    <a:pt x="731" y="25"/>
                  </a:lnTo>
                  <a:lnTo>
                    <a:pt x="902" y="1"/>
                  </a:lnTo>
                  <a:lnTo>
                    <a:pt x="902" y="1"/>
                  </a:lnTo>
                  <a:lnTo>
                    <a:pt x="1072" y="25"/>
                  </a:lnTo>
                  <a:lnTo>
                    <a:pt x="1243" y="74"/>
                  </a:lnTo>
                  <a:lnTo>
                    <a:pt x="1413" y="147"/>
                  </a:lnTo>
                  <a:lnTo>
                    <a:pt x="1535" y="269"/>
                  </a:lnTo>
                  <a:lnTo>
                    <a:pt x="1657" y="391"/>
                  </a:lnTo>
                  <a:lnTo>
                    <a:pt x="1730" y="561"/>
                  </a:lnTo>
                  <a:lnTo>
                    <a:pt x="1778" y="732"/>
                  </a:lnTo>
                  <a:lnTo>
                    <a:pt x="1803" y="902"/>
                  </a:lnTo>
                  <a:lnTo>
                    <a:pt x="1803" y="902"/>
                  </a:lnTo>
                  <a:lnTo>
                    <a:pt x="1778" y="1073"/>
                  </a:lnTo>
                  <a:lnTo>
                    <a:pt x="1730" y="1243"/>
                  </a:lnTo>
                  <a:lnTo>
                    <a:pt x="1657" y="1414"/>
                  </a:lnTo>
                  <a:lnTo>
                    <a:pt x="1535" y="1535"/>
                  </a:lnTo>
                  <a:lnTo>
                    <a:pt x="1413" y="1657"/>
                  </a:lnTo>
                  <a:lnTo>
                    <a:pt x="1243" y="1730"/>
                  </a:lnTo>
                  <a:lnTo>
                    <a:pt x="1072" y="1779"/>
                  </a:lnTo>
                  <a:lnTo>
                    <a:pt x="902" y="1803"/>
                  </a:lnTo>
                  <a:lnTo>
                    <a:pt x="902" y="1803"/>
                  </a:lnTo>
                  <a:lnTo>
                    <a:pt x="731" y="1779"/>
                  </a:lnTo>
                  <a:lnTo>
                    <a:pt x="561" y="1730"/>
                  </a:lnTo>
                  <a:lnTo>
                    <a:pt x="390" y="1657"/>
                  </a:lnTo>
                  <a:lnTo>
                    <a:pt x="268" y="1535"/>
                  </a:lnTo>
                  <a:lnTo>
                    <a:pt x="147" y="1414"/>
                  </a:lnTo>
                  <a:lnTo>
                    <a:pt x="73" y="1243"/>
                  </a:lnTo>
                  <a:lnTo>
                    <a:pt x="25" y="1073"/>
                  </a:lnTo>
                  <a:lnTo>
                    <a:pt x="0" y="902"/>
                  </a:lnTo>
                  <a:lnTo>
                    <a:pt x="0" y="902"/>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200;p12">
              <a:extLst>
                <a:ext uri="{FF2B5EF4-FFF2-40B4-BE49-F238E27FC236}">
                  <a16:creationId xmlns:a16="http://schemas.microsoft.com/office/drawing/2014/main" id="{70872C04-9C08-78F8-AD76-FD5D901A4243}"/>
                </a:ext>
              </a:extLst>
            </p:cNvPr>
            <p:cNvSpPr/>
            <p:nvPr/>
          </p:nvSpPr>
          <p:spPr>
            <a:xfrm>
              <a:off x="649925" y="590050"/>
              <a:ext cx="133975" cy="25"/>
            </a:xfrm>
            <a:custGeom>
              <a:avLst/>
              <a:gdLst/>
              <a:ahLst/>
              <a:cxnLst/>
              <a:rect l="l" t="t" r="r" b="b"/>
              <a:pathLst>
                <a:path w="5359" h="1" fill="none" extrusionOk="0">
                  <a:moveTo>
                    <a:pt x="5358" y="0"/>
                  </a:moveTo>
                  <a:lnTo>
                    <a:pt x="0" y="0"/>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201;p12">
              <a:extLst>
                <a:ext uri="{FF2B5EF4-FFF2-40B4-BE49-F238E27FC236}">
                  <a16:creationId xmlns:a16="http://schemas.microsoft.com/office/drawing/2014/main" id="{0C7B15B6-E352-6067-3575-421922F6CDBD}"/>
                </a:ext>
              </a:extLst>
            </p:cNvPr>
            <p:cNvSpPr/>
            <p:nvPr/>
          </p:nvSpPr>
          <p:spPr>
            <a:xfrm>
              <a:off x="649925" y="534625"/>
              <a:ext cx="255750" cy="25"/>
            </a:xfrm>
            <a:custGeom>
              <a:avLst/>
              <a:gdLst/>
              <a:ahLst/>
              <a:cxnLst/>
              <a:rect l="l" t="t" r="r" b="b"/>
              <a:pathLst>
                <a:path w="10230" h="1" fill="none" extrusionOk="0">
                  <a:moveTo>
                    <a:pt x="10229" y="1"/>
                  </a:moveTo>
                  <a:lnTo>
                    <a:pt x="0"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202;p12">
              <a:extLst>
                <a:ext uri="{FF2B5EF4-FFF2-40B4-BE49-F238E27FC236}">
                  <a16:creationId xmlns:a16="http://schemas.microsoft.com/office/drawing/2014/main" id="{9F079CAC-E617-7543-4302-A2988B8C1A8E}"/>
                </a:ext>
              </a:extLst>
            </p:cNvPr>
            <p:cNvSpPr/>
            <p:nvPr/>
          </p:nvSpPr>
          <p:spPr>
            <a:xfrm>
              <a:off x="649925" y="479825"/>
              <a:ext cx="255750" cy="25"/>
            </a:xfrm>
            <a:custGeom>
              <a:avLst/>
              <a:gdLst/>
              <a:ahLst/>
              <a:cxnLst/>
              <a:rect l="l" t="t" r="r" b="b"/>
              <a:pathLst>
                <a:path w="10230" h="1" fill="none" extrusionOk="0">
                  <a:moveTo>
                    <a:pt x="10229" y="1"/>
                  </a:moveTo>
                  <a:lnTo>
                    <a:pt x="0"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203;p12">
              <a:extLst>
                <a:ext uri="{FF2B5EF4-FFF2-40B4-BE49-F238E27FC236}">
                  <a16:creationId xmlns:a16="http://schemas.microsoft.com/office/drawing/2014/main" id="{368E9D2C-FFD5-6306-E84B-0067D456F952}"/>
                </a:ext>
              </a:extLst>
            </p:cNvPr>
            <p:cNvSpPr/>
            <p:nvPr/>
          </p:nvSpPr>
          <p:spPr>
            <a:xfrm>
              <a:off x="649925" y="424425"/>
              <a:ext cx="255750" cy="25"/>
            </a:xfrm>
            <a:custGeom>
              <a:avLst/>
              <a:gdLst/>
              <a:ahLst/>
              <a:cxnLst/>
              <a:rect l="l" t="t" r="r" b="b"/>
              <a:pathLst>
                <a:path w="10230" h="1" fill="none" extrusionOk="0">
                  <a:moveTo>
                    <a:pt x="10229" y="1"/>
                  </a:moveTo>
                  <a:lnTo>
                    <a:pt x="0"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204;p12">
              <a:extLst>
                <a:ext uri="{FF2B5EF4-FFF2-40B4-BE49-F238E27FC236}">
                  <a16:creationId xmlns:a16="http://schemas.microsoft.com/office/drawing/2014/main" id="{38B1895D-2600-70C2-DBC8-33661C0E6858}"/>
                </a:ext>
              </a:extLst>
            </p:cNvPr>
            <p:cNvSpPr/>
            <p:nvPr/>
          </p:nvSpPr>
          <p:spPr>
            <a:xfrm>
              <a:off x="879475" y="274025"/>
              <a:ext cx="45075" cy="45100"/>
            </a:xfrm>
            <a:custGeom>
              <a:avLst/>
              <a:gdLst/>
              <a:ahLst/>
              <a:cxnLst/>
              <a:rect l="l" t="t" r="r" b="b"/>
              <a:pathLst>
                <a:path w="1803" h="1804" fill="none" extrusionOk="0">
                  <a:moveTo>
                    <a:pt x="901" y="1803"/>
                  </a:moveTo>
                  <a:lnTo>
                    <a:pt x="901" y="1803"/>
                  </a:lnTo>
                  <a:lnTo>
                    <a:pt x="731" y="1779"/>
                  </a:lnTo>
                  <a:lnTo>
                    <a:pt x="560" y="1730"/>
                  </a:lnTo>
                  <a:lnTo>
                    <a:pt x="390" y="1657"/>
                  </a:lnTo>
                  <a:lnTo>
                    <a:pt x="268" y="1535"/>
                  </a:lnTo>
                  <a:lnTo>
                    <a:pt x="146" y="1414"/>
                  </a:lnTo>
                  <a:lnTo>
                    <a:pt x="73" y="1243"/>
                  </a:lnTo>
                  <a:lnTo>
                    <a:pt x="25" y="1073"/>
                  </a:lnTo>
                  <a:lnTo>
                    <a:pt x="0" y="902"/>
                  </a:lnTo>
                  <a:lnTo>
                    <a:pt x="0" y="902"/>
                  </a:lnTo>
                  <a:lnTo>
                    <a:pt x="25" y="732"/>
                  </a:lnTo>
                  <a:lnTo>
                    <a:pt x="73" y="561"/>
                  </a:lnTo>
                  <a:lnTo>
                    <a:pt x="146" y="391"/>
                  </a:lnTo>
                  <a:lnTo>
                    <a:pt x="268" y="269"/>
                  </a:lnTo>
                  <a:lnTo>
                    <a:pt x="390" y="147"/>
                  </a:lnTo>
                  <a:lnTo>
                    <a:pt x="560" y="74"/>
                  </a:lnTo>
                  <a:lnTo>
                    <a:pt x="731" y="25"/>
                  </a:lnTo>
                  <a:lnTo>
                    <a:pt x="901" y="1"/>
                  </a:lnTo>
                  <a:lnTo>
                    <a:pt x="901" y="1"/>
                  </a:lnTo>
                  <a:lnTo>
                    <a:pt x="1072" y="25"/>
                  </a:lnTo>
                  <a:lnTo>
                    <a:pt x="1242" y="74"/>
                  </a:lnTo>
                  <a:lnTo>
                    <a:pt x="1413" y="147"/>
                  </a:lnTo>
                  <a:lnTo>
                    <a:pt x="1535" y="269"/>
                  </a:lnTo>
                  <a:lnTo>
                    <a:pt x="1656" y="391"/>
                  </a:lnTo>
                  <a:lnTo>
                    <a:pt x="1729" y="561"/>
                  </a:lnTo>
                  <a:lnTo>
                    <a:pt x="1778" y="732"/>
                  </a:lnTo>
                  <a:lnTo>
                    <a:pt x="1802" y="902"/>
                  </a:lnTo>
                  <a:lnTo>
                    <a:pt x="1802" y="902"/>
                  </a:lnTo>
                  <a:lnTo>
                    <a:pt x="1778" y="1073"/>
                  </a:lnTo>
                  <a:lnTo>
                    <a:pt x="1729" y="1243"/>
                  </a:lnTo>
                  <a:lnTo>
                    <a:pt x="1656" y="1414"/>
                  </a:lnTo>
                  <a:lnTo>
                    <a:pt x="1535" y="1535"/>
                  </a:lnTo>
                  <a:lnTo>
                    <a:pt x="1413" y="1657"/>
                  </a:lnTo>
                  <a:lnTo>
                    <a:pt x="1242" y="1730"/>
                  </a:lnTo>
                  <a:lnTo>
                    <a:pt x="1072" y="1779"/>
                  </a:lnTo>
                  <a:lnTo>
                    <a:pt x="901" y="1803"/>
                  </a:lnTo>
                  <a:lnTo>
                    <a:pt x="901" y="1803"/>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205;p12">
              <a:extLst>
                <a:ext uri="{FF2B5EF4-FFF2-40B4-BE49-F238E27FC236}">
                  <a16:creationId xmlns:a16="http://schemas.microsoft.com/office/drawing/2014/main" id="{D0B5D384-B105-3D2D-699D-F6431DFDFE3B}"/>
                </a:ext>
              </a:extLst>
            </p:cNvPr>
            <p:cNvSpPr/>
            <p:nvPr/>
          </p:nvSpPr>
          <p:spPr>
            <a:xfrm>
              <a:off x="654800" y="244200"/>
              <a:ext cx="25" cy="51175"/>
            </a:xfrm>
            <a:custGeom>
              <a:avLst/>
              <a:gdLst/>
              <a:ahLst/>
              <a:cxnLst/>
              <a:rect l="l" t="t" r="r" b="b"/>
              <a:pathLst>
                <a:path w="1" h="2047" fill="none" extrusionOk="0">
                  <a:moveTo>
                    <a:pt x="0" y="1"/>
                  </a:moveTo>
                  <a:lnTo>
                    <a:pt x="0" y="2046"/>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206;p12">
              <a:extLst>
                <a:ext uri="{FF2B5EF4-FFF2-40B4-BE49-F238E27FC236}">
                  <a16:creationId xmlns:a16="http://schemas.microsoft.com/office/drawing/2014/main" id="{8BBD3063-96FD-E143-C119-EEF7600A7FD4}"/>
                </a:ext>
              </a:extLst>
            </p:cNvPr>
            <p:cNvSpPr/>
            <p:nvPr/>
          </p:nvSpPr>
          <p:spPr>
            <a:xfrm>
              <a:off x="737600" y="244200"/>
              <a:ext cx="25" cy="51175"/>
            </a:xfrm>
            <a:custGeom>
              <a:avLst/>
              <a:gdLst/>
              <a:ahLst/>
              <a:cxnLst/>
              <a:rect l="l" t="t" r="r" b="b"/>
              <a:pathLst>
                <a:path w="1" h="2047" fill="none" extrusionOk="0">
                  <a:moveTo>
                    <a:pt x="1" y="1"/>
                  </a:moveTo>
                  <a:lnTo>
                    <a:pt x="1" y="2046"/>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207;p12">
              <a:extLst>
                <a:ext uri="{FF2B5EF4-FFF2-40B4-BE49-F238E27FC236}">
                  <a16:creationId xmlns:a16="http://schemas.microsoft.com/office/drawing/2014/main" id="{6B4AB7B7-6FE5-D61B-7213-B30D955D53DE}"/>
                </a:ext>
              </a:extLst>
            </p:cNvPr>
            <p:cNvSpPr/>
            <p:nvPr/>
          </p:nvSpPr>
          <p:spPr>
            <a:xfrm>
              <a:off x="820400" y="244200"/>
              <a:ext cx="25" cy="51175"/>
            </a:xfrm>
            <a:custGeom>
              <a:avLst/>
              <a:gdLst/>
              <a:ahLst/>
              <a:cxnLst/>
              <a:rect l="l" t="t" r="r" b="b"/>
              <a:pathLst>
                <a:path w="1" h="2047" fill="none" extrusionOk="0">
                  <a:moveTo>
                    <a:pt x="1" y="1"/>
                  </a:moveTo>
                  <a:lnTo>
                    <a:pt x="1" y="2046"/>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8;p12">
              <a:extLst>
                <a:ext uri="{FF2B5EF4-FFF2-40B4-BE49-F238E27FC236}">
                  <a16:creationId xmlns:a16="http://schemas.microsoft.com/office/drawing/2014/main" id="{91A9836D-C7D8-A551-63D2-2774691D1334}"/>
                </a:ext>
              </a:extLst>
            </p:cNvPr>
            <p:cNvSpPr/>
            <p:nvPr/>
          </p:nvSpPr>
          <p:spPr>
            <a:xfrm>
              <a:off x="903225" y="244200"/>
              <a:ext cx="25" cy="51175"/>
            </a:xfrm>
            <a:custGeom>
              <a:avLst/>
              <a:gdLst/>
              <a:ahLst/>
              <a:cxnLst/>
              <a:rect l="l" t="t" r="r" b="b"/>
              <a:pathLst>
                <a:path w="1" h="2047" fill="none" extrusionOk="0">
                  <a:moveTo>
                    <a:pt x="0" y="1"/>
                  </a:moveTo>
                  <a:lnTo>
                    <a:pt x="0" y="2046"/>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2011247667"/>
      </p:ext>
    </p:extLst>
  </p:cSld>
  <p:clrMapOvr>
    <a:masterClrMapping/>
  </p:clrMapOvr>
  <p:transition>
    <p:fade thruBlk="1"/>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813BF1-B249-3A6C-CE8E-254C70AD68C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A9F8DBA-CF87-7368-C920-DEBC221C2CE2}"/>
              </a:ext>
            </a:extLst>
          </p:cNvPr>
          <p:cNvSpPr>
            <a:spLocks noGrp="1"/>
          </p:cNvSpPr>
          <p:nvPr>
            <p:ph type="title"/>
          </p:nvPr>
        </p:nvSpPr>
        <p:spPr/>
        <p:txBody>
          <a:bodyPr/>
          <a:lstStyle/>
          <a:p>
            <a:r>
              <a:rPr lang="en-PH" dirty="0"/>
              <a:t>The Developer's Debugging Workflow</a:t>
            </a:r>
          </a:p>
        </p:txBody>
      </p:sp>
      <p:sp>
        <p:nvSpPr>
          <p:cNvPr id="3" name="Text Placeholder 2">
            <a:extLst>
              <a:ext uri="{FF2B5EF4-FFF2-40B4-BE49-F238E27FC236}">
                <a16:creationId xmlns:a16="http://schemas.microsoft.com/office/drawing/2014/main" id="{FE3E6AEE-78CC-DC2C-4D26-3CF123E838E3}"/>
              </a:ext>
            </a:extLst>
          </p:cNvPr>
          <p:cNvSpPr>
            <a:spLocks noGrp="1"/>
          </p:cNvSpPr>
          <p:nvPr>
            <p:ph type="body" idx="1"/>
          </p:nvPr>
        </p:nvSpPr>
        <p:spPr>
          <a:xfrm>
            <a:off x="140125" y="1308259"/>
            <a:ext cx="8463308" cy="2724300"/>
          </a:xfrm>
        </p:spPr>
        <p:txBody>
          <a:bodyPr/>
          <a:lstStyle/>
          <a:p>
            <a:r>
              <a:rPr lang="en-PH" sz="2400" dirty="0">
                <a:latin typeface="Roboto Condensed" panose="02000000000000000000" pitchFamily="2" charset="0"/>
                <a:ea typeface="Roboto Condensed" panose="02000000000000000000" pitchFamily="2" charset="0"/>
                <a:cs typeface="Roboto Condensed" panose="02000000000000000000" pitchFamily="2" charset="0"/>
              </a:rPr>
              <a:t>When you encounter an error in your lab exercises or projects, follow this exact sequence rather than guessing:</a:t>
            </a:r>
          </a:p>
          <a:p>
            <a:endParaRPr lang="en-PH" sz="2400" dirty="0">
              <a:latin typeface="Roboto Condensed" panose="02000000000000000000" pitchFamily="2" charset="0"/>
              <a:ea typeface="Roboto Condensed" panose="02000000000000000000" pitchFamily="2" charset="0"/>
              <a:cs typeface="Roboto Condensed" panose="02000000000000000000" pitchFamily="2" charset="0"/>
            </a:endParaRPr>
          </a:p>
          <a:p>
            <a:r>
              <a:rPr lang="en-PH" sz="2400" b="1" dirty="0">
                <a:latin typeface="Roboto Condensed" panose="02000000000000000000" pitchFamily="2" charset="0"/>
                <a:ea typeface="Roboto Condensed" panose="02000000000000000000" pitchFamily="2" charset="0"/>
                <a:cs typeface="Roboto Condensed" panose="02000000000000000000" pitchFamily="2" charset="0"/>
              </a:rPr>
              <a:t>1.Read the Error Message : </a:t>
            </a:r>
            <a:r>
              <a:rPr lang="en-PH" sz="2400" dirty="0">
                <a:latin typeface="Roboto Condensed" panose="02000000000000000000" pitchFamily="2" charset="0"/>
                <a:ea typeface="Roboto Condensed" panose="02000000000000000000" pitchFamily="2" charset="0"/>
                <a:cs typeface="Roboto Condensed" panose="02000000000000000000" pitchFamily="2" charset="0"/>
              </a:rPr>
              <a:t>Don't just close the pop-up.</a:t>
            </a:r>
          </a:p>
          <a:p>
            <a:r>
              <a:rPr lang="en-PH" sz="2400" dirty="0">
                <a:latin typeface="Roboto Condensed" panose="02000000000000000000" pitchFamily="2" charset="0"/>
                <a:ea typeface="Roboto Condensed" panose="02000000000000000000" pitchFamily="2" charset="0"/>
                <a:cs typeface="Roboto Condensed" panose="02000000000000000000" pitchFamily="2" charset="0"/>
              </a:rPr>
              <a:t>Error messages look scary, but they are your best friend. They usually tell you exactly what file and what line number caused the crash. Look for keywords like "Unexpected token" or "Null Reference".</a:t>
            </a:r>
          </a:p>
        </p:txBody>
      </p:sp>
      <p:sp>
        <p:nvSpPr>
          <p:cNvPr id="5" name="Slide Number Placeholder 4">
            <a:extLst>
              <a:ext uri="{FF2B5EF4-FFF2-40B4-BE49-F238E27FC236}">
                <a16:creationId xmlns:a16="http://schemas.microsoft.com/office/drawing/2014/main" id="{3583CB63-4998-30A2-0A63-E6B5BC1F8CBF}"/>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t>14</a:t>
            </a:fld>
            <a:endParaRPr lang="en-GB"/>
          </a:p>
        </p:txBody>
      </p:sp>
      <p:grpSp>
        <p:nvGrpSpPr>
          <p:cNvPr id="6" name="Google Shape;194;p12">
            <a:extLst>
              <a:ext uri="{FF2B5EF4-FFF2-40B4-BE49-F238E27FC236}">
                <a16:creationId xmlns:a16="http://schemas.microsoft.com/office/drawing/2014/main" id="{4C0A86F7-A78C-2E40-DCD5-FED3609D66FD}"/>
              </a:ext>
            </a:extLst>
          </p:cNvPr>
          <p:cNvGrpSpPr/>
          <p:nvPr/>
        </p:nvGrpSpPr>
        <p:grpSpPr>
          <a:xfrm>
            <a:off x="293683" y="574116"/>
            <a:ext cx="309041" cy="403123"/>
            <a:chOff x="590250" y="244200"/>
            <a:chExt cx="407975" cy="532175"/>
          </a:xfrm>
        </p:grpSpPr>
        <p:sp>
          <p:nvSpPr>
            <p:cNvPr id="7" name="Google Shape;195;p12">
              <a:extLst>
                <a:ext uri="{FF2B5EF4-FFF2-40B4-BE49-F238E27FC236}">
                  <a16:creationId xmlns:a16="http://schemas.microsoft.com/office/drawing/2014/main" id="{58466A0E-1C7B-1122-5FC8-AE2349E3B74C}"/>
                </a:ext>
              </a:extLst>
            </p:cNvPr>
            <p:cNvSpPr/>
            <p:nvPr/>
          </p:nvSpPr>
          <p:spPr>
            <a:xfrm>
              <a:off x="623125" y="313625"/>
              <a:ext cx="375100" cy="462750"/>
            </a:xfrm>
            <a:custGeom>
              <a:avLst/>
              <a:gdLst/>
              <a:ahLst/>
              <a:cxnLst/>
              <a:rect l="l" t="t" r="r" b="b"/>
              <a:pathLst>
                <a:path w="15004" h="18510" fill="none" extrusionOk="0">
                  <a:moveTo>
                    <a:pt x="1" y="17536"/>
                  </a:moveTo>
                  <a:lnTo>
                    <a:pt x="1" y="17536"/>
                  </a:lnTo>
                  <a:lnTo>
                    <a:pt x="1" y="17536"/>
                  </a:lnTo>
                  <a:lnTo>
                    <a:pt x="25" y="17682"/>
                  </a:lnTo>
                  <a:lnTo>
                    <a:pt x="49" y="17852"/>
                  </a:lnTo>
                  <a:lnTo>
                    <a:pt x="123" y="18023"/>
                  </a:lnTo>
                  <a:lnTo>
                    <a:pt x="220" y="18193"/>
                  </a:lnTo>
                  <a:lnTo>
                    <a:pt x="293" y="18291"/>
                  </a:lnTo>
                  <a:lnTo>
                    <a:pt x="390" y="18364"/>
                  </a:lnTo>
                  <a:lnTo>
                    <a:pt x="488" y="18412"/>
                  </a:lnTo>
                  <a:lnTo>
                    <a:pt x="610" y="18461"/>
                  </a:lnTo>
                  <a:lnTo>
                    <a:pt x="756" y="18510"/>
                  </a:lnTo>
                  <a:lnTo>
                    <a:pt x="926" y="18510"/>
                  </a:lnTo>
                  <a:lnTo>
                    <a:pt x="14468" y="18510"/>
                  </a:lnTo>
                  <a:lnTo>
                    <a:pt x="14468" y="18510"/>
                  </a:lnTo>
                  <a:lnTo>
                    <a:pt x="14541" y="18510"/>
                  </a:lnTo>
                  <a:lnTo>
                    <a:pt x="14614" y="18485"/>
                  </a:lnTo>
                  <a:lnTo>
                    <a:pt x="14736" y="18412"/>
                  </a:lnTo>
                  <a:lnTo>
                    <a:pt x="14833" y="18291"/>
                  </a:lnTo>
                  <a:lnTo>
                    <a:pt x="14906" y="18144"/>
                  </a:lnTo>
                  <a:lnTo>
                    <a:pt x="14955" y="17974"/>
                  </a:lnTo>
                  <a:lnTo>
                    <a:pt x="14979" y="17779"/>
                  </a:lnTo>
                  <a:lnTo>
                    <a:pt x="15003" y="17438"/>
                  </a:lnTo>
                  <a:lnTo>
                    <a:pt x="15003" y="487"/>
                  </a:lnTo>
                  <a:lnTo>
                    <a:pt x="15003" y="487"/>
                  </a:lnTo>
                  <a:lnTo>
                    <a:pt x="15003" y="341"/>
                  </a:lnTo>
                  <a:lnTo>
                    <a:pt x="14979" y="219"/>
                  </a:lnTo>
                  <a:lnTo>
                    <a:pt x="14955" y="146"/>
                  </a:lnTo>
                  <a:lnTo>
                    <a:pt x="14906" y="73"/>
                  </a:lnTo>
                  <a:lnTo>
                    <a:pt x="14833" y="49"/>
                  </a:lnTo>
                  <a:lnTo>
                    <a:pt x="14736" y="24"/>
                  </a:lnTo>
                  <a:lnTo>
                    <a:pt x="14468" y="0"/>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196;p12">
              <a:extLst>
                <a:ext uri="{FF2B5EF4-FFF2-40B4-BE49-F238E27FC236}">
                  <a16:creationId xmlns:a16="http://schemas.microsoft.com/office/drawing/2014/main" id="{12E675F8-1B7D-E5B7-59C0-8C765FD0B5AC}"/>
                </a:ext>
              </a:extLst>
            </p:cNvPr>
            <p:cNvSpPr/>
            <p:nvPr/>
          </p:nvSpPr>
          <p:spPr>
            <a:xfrm>
              <a:off x="590250" y="269775"/>
              <a:ext cx="377525" cy="462775"/>
            </a:xfrm>
            <a:custGeom>
              <a:avLst/>
              <a:gdLst/>
              <a:ahLst/>
              <a:cxnLst/>
              <a:rect l="l" t="t" r="r" b="b"/>
              <a:pathLst>
                <a:path w="15101" h="18511" fill="none" extrusionOk="0">
                  <a:moveTo>
                    <a:pt x="14321" y="0"/>
                  </a:moveTo>
                  <a:lnTo>
                    <a:pt x="780" y="0"/>
                  </a:lnTo>
                  <a:lnTo>
                    <a:pt x="780" y="0"/>
                  </a:lnTo>
                  <a:lnTo>
                    <a:pt x="634" y="25"/>
                  </a:lnTo>
                  <a:lnTo>
                    <a:pt x="488" y="74"/>
                  </a:lnTo>
                  <a:lnTo>
                    <a:pt x="342" y="122"/>
                  </a:lnTo>
                  <a:lnTo>
                    <a:pt x="220" y="220"/>
                  </a:lnTo>
                  <a:lnTo>
                    <a:pt x="122" y="341"/>
                  </a:lnTo>
                  <a:lnTo>
                    <a:pt x="74" y="488"/>
                  </a:lnTo>
                  <a:lnTo>
                    <a:pt x="25" y="634"/>
                  </a:lnTo>
                  <a:lnTo>
                    <a:pt x="1" y="780"/>
                  </a:lnTo>
                  <a:lnTo>
                    <a:pt x="1" y="17731"/>
                  </a:lnTo>
                  <a:lnTo>
                    <a:pt x="1" y="17731"/>
                  </a:lnTo>
                  <a:lnTo>
                    <a:pt x="25" y="17877"/>
                  </a:lnTo>
                  <a:lnTo>
                    <a:pt x="74" y="18023"/>
                  </a:lnTo>
                  <a:lnTo>
                    <a:pt x="122" y="18169"/>
                  </a:lnTo>
                  <a:lnTo>
                    <a:pt x="220" y="18291"/>
                  </a:lnTo>
                  <a:lnTo>
                    <a:pt x="342" y="18388"/>
                  </a:lnTo>
                  <a:lnTo>
                    <a:pt x="488" y="18437"/>
                  </a:lnTo>
                  <a:lnTo>
                    <a:pt x="634" y="18486"/>
                  </a:lnTo>
                  <a:lnTo>
                    <a:pt x="780" y="18510"/>
                  </a:lnTo>
                  <a:lnTo>
                    <a:pt x="14321" y="18510"/>
                  </a:lnTo>
                  <a:lnTo>
                    <a:pt x="14321" y="18510"/>
                  </a:lnTo>
                  <a:lnTo>
                    <a:pt x="14467" y="18486"/>
                  </a:lnTo>
                  <a:lnTo>
                    <a:pt x="14614" y="18437"/>
                  </a:lnTo>
                  <a:lnTo>
                    <a:pt x="14760" y="18388"/>
                  </a:lnTo>
                  <a:lnTo>
                    <a:pt x="14881" y="18291"/>
                  </a:lnTo>
                  <a:lnTo>
                    <a:pt x="14979" y="18169"/>
                  </a:lnTo>
                  <a:lnTo>
                    <a:pt x="15028" y="18023"/>
                  </a:lnTo>
                  <a:lnTo>
                    <a:pt x="15076" y="17877"/>
                  </a:lnTo>
                  <a:lnTo>
                    <a:pt x="15101" y="17731"/>
                  </a:lnTo>
                  <a:lnTo>
                    <a:pt x="15101" y="780"/>
                  </a:lnTo>
                  <a:lnTo>
                    <a:pt x="15101" y="780"/>
                  </a:lnTo>
                  <a:lnTo>
                    <a:pt x="15076" y="634"/>
                  </a:lnTo>
                  <a:lnTo>
                    <a:pt x="15028" y="488"/>
                  </a:lnTo>
                  <a:lnTo>
                    <a:pt x="14979" y="341"/>
                  </a:lnTo>
                  <a:lnTo>
                    <a:pt x="14881" y="220"/>
                  </a:lnTo>
                  <a:lnTo>
                    <a:pt x="14760" y="122"/>
                  </a:lnTo>
                  <a:lnTo>
                    <a:pt x="14614" y="74"/>
                  </a:lnTo>
                  <a:lnTo>
                    <a:pt x="14467" y="25"/>
                  </a:lnTo>
                  <a:lnTo>
                    <a:pt x="14321" y="0"/>
                  </a:lnTo>
                  <a:lnTo>
                    <a:pt x="14321" y="0"/>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197;p12">
              <a:extLst>
                <a:ext uri="{FF2B5EF4-FFF2-40B4-BE49-F238E27FC236}">
                  <a16:creationId xmlns:a16="http://schemas.microsoft.com/office/drawing/2014/main" id="{D42CE266-82A5-7582-5B29-53E483C54131}"/>
                </a:ext>
              </a:extLst>
            </p:cNvPr>
            <p:cNvSpPr/>
            <p:nvPr/>
          </p:nvSpPr>
          <p:spPr>
            <a:xfrm>
              <a:off x="796650" y="274025"/>
              <a:ext cx="45100" cy="45100"/>
            </a:xfrm>
            <a:custGeom>
              <a:avLst/>
              <a:gdLst/>
              <a:ahLst/>
              <a:cxnLst/>
              <a:rect l="l" t="t" r="r" b="b"/>
              <a:pathLst>
                <a:path w="1804" h="1804" fill="none" extrusionOk="0">
                  <a:moveTo>
                    <a:pt x="902" y="1"/>
                  </a:moveTo>
                  <a:lnTo>
                    <a:pt x="902" y="1"/>
                  </a:lnTo>
                  <a:lnTo>
                    <a:pt x="1073" y="25"/>
                  </a:lnTo>
                  <a:lnTo>
                    <a:pt x="1243" y="74"/>
                  </a:lnTo>
                  <a:lnTo>
                    <a:pt x="1414" y="147"/>
                  </a:lnTo>
                  <a:lnTo>
                    <a:pt x="1535" y="269"/>
                  </a:lnTo>
                  <a:lnTo>
                    <a:pt x="1657" y="391"/>
                  </a:lnTo>
                  <a:lnTo>
                    <a:pt x="1730" y="561"/>
                  </a:lnTo>
                  <a:lnTo>
                    <a:pt x="1779" y="732"/>
                  </a:lnTo>
                  <a:lnTo>
                    <a:pt x="1803" y="902"/>
                  </a:lnTo>
                  <a:lnTo>
                    <a:pt x="1803" y="902"/>
                  </a:lnTo>
                  <a:lnTo>
                    <a:pt x="1779" y="1073"/>
                  </a:lnTo>
                  <a:lnTo>
                    <a:pt x="1730" y="1243"/>
                  </a:lnTo>
                  <a:lnTo>
                    <a:pt x="1657" y="1414"/>
                  </a:lnTo>
                  <a:lnTo>
                    <a:pt x="1535" y="1535"/>
                  </a:lnTo>
                  <a:lnTo>
                    <a:pt x="1414" y="1657"/>
                  </a:lnTo>
                  <a:lnTo>
                    <a:pt x="1243" y="1730"/>
                  </a:lnTo>
                  <a:lnTo>
                    <a:pt x="1073" y="1779"/>
                  </a:lnTo>
                  <a:lnTo>
                    <a:pt x="902" y="1803"/>
                  </a:lnTo>
                  <a:lnTo>
                    <a:pt x="902" y="1803"/>
                  </a:lnTo>
                  <a:lnTo>
                    <a:pt x="732" y="1779"/>
                  </a:lnTo>
                  <a:lnTo>
                    <a:pt x="561" y="1730"/>
                  </a:lnTo>
                  <a:lnTo>
                    <a:pt x="391" y="1657"/>
                  </a:lnTo>
                  <a:lnTo>
                    <a:pt x="269" y="1535"/>
                  </a:lnTo>
                  <a:lnTo>
                    <a:pt x="147" y="1414"/>
                  </a:lnTo>
                  <a:lnTo>
                    <a:pt x="74" y="1243"/>
                  </a:lnTo>
                  <a:lnTo>
                    <a:pt x="25" y="1073"/>
                  </a:lnTo>
                  <a:lnTo>
                    <a:pt x="1" y="902"/>
                  </a:lnTo>
                  <a:lnTo>
                    <a:pt x="1" y="902"/>
                  </a:lnTo>
                  <a:lnTo>
                    <a:pt x="25" y="732"/>
                  </a:lnTo>
                  <a:lnTo>
                    <a:pt x="74" y="561"/>
                  </a:lnTo>
                  <a:lnTo>
                    <a:pt x="147" y="391"/>
                  </a:lnTo>
                  <a:lnTo>
                    <a:pt x="269" y="269"/>
                  </a:lnTo>
                  <a:lnTo>
                    <a:pt x="391" y="147"/>
                  </a:lnTo>
                  <a:lnTo>
                    <a:pt x="561" y="74"/>
                  </a:lnTo>
                  <a:lnTo>
                    <a:pt x="732" y="25"/>
                  </a:lnTo>
                  <a:lnTo>
                    <a:pt x="902" y="1"/>
                  </a:lnTo>
                  <a:lnTo>
                    <a:pt x="902"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198;p12">
              <a:extLst>
                <a:ext uri="{FF2B5EF4-FFF2-40B4-BE49-F238E27FC236}">
                  <a16:creationId xmlns:a16="http://schemas.microsoft.com/office/drawing/2014/main" id="{8BC58BB8-A62B-430B-C70D-DC57375FFFE3}"/>
                </a:ext>
              </a:extLst>
            </p:cNvPr>
            <p:cNvSpPr/>
            <p:nvPr/>
          </p:nvSpPr>
          <p:spPr>
            <a:xfrm>
              <a:off x="713850" y="274025"/>
              <a:ext cx="45075" cy="45100"/>
            </a:xfrm>
            <a:custGeom>
              <a:avLst/>
              <a:gdLst/>
              <a:ahLst/>
              <a:cxnLst/>
              <a:rect l="l" t="t" r="r" b="b"/>
              <a:pathLst>
                <a:path w="1803" h="1804" fill="none" extrusionOk="0">
                  <a:moveTo>
                    <a:pt x="902" y="1"/>
                  </a:moveTo>
                  <a:lnTo>
                    <a:pt x="902" y="1"/>
                  </a:lnTo>
                  <a:lnTo>
                    <a:pt x="1072" y="25"/>
                  </a:lnTo>
                  <a:lnTo>
                    <a:pt x="1243" y="74"/>
                  </a:lnTo>
                  <a:lnTo>
                    <a:pt x="1413" y="147"/>
                  </a:lnTo>
                  <a:lnTo>
                    <a:pt x="1535" y="269"/>
                  </a:lnTo>
                  <a:lnTo>
                    <a:pt x="1657" y="391"/>
                  </a:lnTo>
                  <a:lnTo>
                    <a:pt x="1730" y="561"/>
                  </a:lnTo>
                  <a:lnTo>
                    <a:pt x="1779" y="732"/>
                  </a:lnTo>
                  <a:lnTo>
                    <a:pt x="1803" y="902"/>
                  </a:lnTo>
                  <a:lnTo>
                    <a:pt x="1803" y="902"/>
                  </a:lnTo>
                  <a:lnTo>
                    <a:pt x="1779" y="1073"/>
                  </a:lnTo>
                  <a:lnTo>
                    <a:pt x="1730" y="1243"/>
                  </a:lnTo>
                  <a:lnTo>
                    <a:pt x="1657" y="1414"/>
                  </a:lnTo>
                  <a:lnTo>
                    <a:pt x="1535" y="1535"/>
                  </a:lnTo>
                  <a:lnTo>
                    <a:pt x="1413" y="1657"/>
                  </a:lnTo>
                  <a:lnTo>
                    <a:pt x="1243" y="1730"/>
                  </a:lnTo>
                  <a:lnTo>
                    <a:pt x="1072" y="1779"/>
                  </a:lnTo>
                  <a:lnTo>
                    <a:pt x="902" y="1803"/>
                  </a:lnTo>
                  <a:lnTo>
                    <a:pt x="902" y="1803"/>
                  </a:lnTo>
                  <a:lnTo>
                    <a:pt x="731" y="1779"/>
                  </a:lnTo>
                  <a:lnTo>
                    <a:pt x="561" y="1730"/>
                  </a:lnTo>
                  <a:lnTo>
                    <a:pt x="390" y="1657"/>
                  </a:lnTo>
                  <a:lnTo>
                    <a:pt x="269" y="1535"/>
                  </a:lnTo>
                  <a:lnTo>
                    <a:pt x="147" y="1414"/>
                  </a:lnTo>
                  <a:lnTo>
                    <a:pt x="74" y="1243"/>
                  </a:lnTo>
                  <a:lnTo>
                    <a:pt x="25" y="1073"/>
                  </a:lnTo>
                  <a:lnTo>
                    <a:pt x="1" y="902"/>
                  </a:lnTo>
                  <a:lnTo>
                    <a:pt x="1" y="902"/>
                  </a:lnTo>
                  <a:lnTo>
                    <a:pt x="25" y="732"/>
                  </a:lnTo>
                  <a:lnTo>
                    <a:pt x="74" y="561"/>
                  </a:lnTo>
                  <a:lnTo>
                    <a:pt x="147" y="391"/>
                  </a:lnTo>
                  <a:lnTo>
                    <a:pt x="269" y="269"/>
                  </a:lnTo>
                  <a:lnTo>
                    <a:pt x="390" y="147"/>
                  </a:lnTo>
                  <a:lnTo>
                    <a:pt x="561" y="74"/>
                  </a:lnTo>
                  <a:lnTo>
                    <a:pt x="731" y="25"/>
                  </a:lnTo>
                  <a:lnTo>
                    <a:pt x="902" y="1"/>
                  </a:lnTo>
                  <a:lnTo>
                    <a:pt x="902"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99;p12">
              <a:extLst>
                <a:ext uri="{FF2B5EF4-FFF2-40B4-BE49-F238E27FC236}">
                  <a16:creationId xmlns:a16="http://schemas.microsoft.com/office/drawing/2014/main" id="{61CEFD91-53B3-8196-3A68-9DFC13A9422B}"/>
                </a:ext>
              </a:extLst>
            </p:cNvPr>
            <p:cNvSpPr/>
            <p:nvPr/>
          </p:nvSpPr>
          <p:spPr>
            <a:xfrm>
              <a:off x="631050" y="274025"/>
              <a:ext cx="45075" cy="45100"/>
            </a:xfrm>
            <a:custGeom>
              <a:avLst/>
              <a:gdLst/>
              <a:ahLst/>
              <a:cxnLst/>
              <a:rect l="l" t="t" r="r" b="b"/>
              <a:pathLst>
                <a:path w="1803" h="1804" fill="none" extrusionOk="0">
                  <a:moveTo>
                    <a:pt x="0" y="902"/>
                  </a:moveTo>
                  <a:lnTo>
                    <a:pt x="0" y="902"/>
                  </a:lnTo>
                  <a:lnTo>
                    <a:pt x="25" y="732"/>
                  </a:lnTo>
                  <a:lnTo>
                    <a:pt x="73" y="561"/>
                  </a:lnTo>
                  <a:lnTo>
                    <a:pt x="147" y="391"/>
                  </a:lnTo>
                  <a:lnTo>
                    <a:pt x="268" y="269"/>
                  </a:lnTo>
                  <a:lnTo>
                    <a:pt x="390" y="147"/>
                  </a:lnTo>
                  <a:lnTo>
                    <a:pt x="561" y="74"/>
                  </a:lnTo>
                  <a:lnTo>
                    <a:pt x="731" y="25"/>
                  </a:lnTo>
                  <a:lnTo>
                    <a:pt x="902" y="1"/>
                  </a:lnTo>
                  <a:lnTo>
                    <a:pt x="902" y="1"/>
                  </a:lnTo>
                  <a:lnTo>
                    <a:pt x="1072" y="25"/>
                  </a:lnTo>
                  <a:lnTo>
                    <a:pt x="1243" y="74"/>
                  </a:lnTo>
                  <a:lnTo>
                    <a:pt x="1413" y="147"/>
                  </a:lnTo>
                  <a:lnTo>
                    <a:pt x="1535" y="269"/>
                  </a:lnTo>
                  <a:lnTo>
                    <a:pt x="1657" y="391"/>
                  </a:lnTo>
                  <a:lnTo>
                    <a:pt x="1730" y="561"/>
                  </a:lnTo>
                  <a:lnTo>
                    <a:pt x="1778" y="732"/>
                  </a:lnTo>
                  <a:lnTo>
                    <a:pt x="1803" y="902"/>
                  </a:lnTo>
                  <a:lnTo>
                    <a:pt x="1803" y="902"/>
                  </a:lnTo>
                  <a:lnTo>
                    <a:pt x="1778" y="1073"/>
                  </a:lnTo>
                  <a:lnTo>
                    <a:pt x="1730" y="1243"/>
                  </a:lnTo>
                  <a:lnTo>
                    <a:pt x="1657" y="1414"/>
                  </a:lnTo>
                  <a:lnTo>
                    <a:pt x="1535" y="1535"/>
                  </a:lnTo>
                  <a:lnTo>
                    <a:pt x="1413" y="1657"/>
                  </a:lnTo>
                  <a:lnTo>
                    <a:pt x="1243" y="1730"/>
                  </a:lnTo>
                  <a:lnTo>
                    <a:pt x="1072" y="1779"/>
                  </a:lnTo>
                  <a:lnTo>
                    <a:pt x="902" y="1803"/>
                  </a:lnTo>
                  <a:lnTo>
                    <a:pt x="902" y="1803"/>
                  </a:lnTo>
                  <a:lnTo>
                    <a:pt x="731" y="1779"/>
                  </a:lnTo>
                  <a:lnTo>
                    <a:pt x="561" y="1730"/>
                  </a:lnTo>
                  <a:lnTo>
                    <a:pt x="390" y="1657"/>
                  </a:lnTo>
                  <a:lnTo>
                    <a:pt x="268" y="1535"/>
                  </a:lnTo>
                  <a:lnTo>
                    <a:pt x="147" y="1414"/>
                  </a:lnTo>
                  <a:lnTo>
                    <a:pt x="73" y="1243"/>
                  </a:lnTo>
                  <a:lnTo>
                    <a:pt x="25" y="1073"/>
                  </a:lnTo>
                  <a:lnTo>
                    <a:pt x="0" y="902"/>
                  </a:lnTo>
                  <a:lnTo>
                    <a:pt x="0" y="902"/>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200;p12">
              <a:extLst>
                <a:ext uri="{FF2B5EF4-FFF2-40B4-BE49-F238E27FC236}">
                  <a16:creationId xmlns:a16="http://schemas.microsoft.com/office/drawing/2014/main" id="{35477F1B-AC18-D265-9A63-425FAD75F639}"/>
                </a:ext>
              </a:extLst>
            </p:cNvPr>
            <p:cNvSpPr/>
            <p:nvPr/>
          </p:nvSpPr>
          <p:spPr>
            <a:xfrm>
              <a:off x="649925" y="590050"/>
              <a:ext cx="133975" cy="25"/>
            </a:xfrm>
            <a:custGeom>
              <a:avLst/>
              <a:gdLst/>
              <a:ahLst/>
              <a:cxnLst/>
              <a:rect l="l" t="t" r="r" b="b"/>
              <a:pathLst>
                <a:path w="5359" h="1" fill="none" extrusionOk="0">
                  <a:moveTo>
                    <a:pt x="5358" y="0"/>
                  </a:moveTo>
                  <a:lnTo>
                    <a:pt x="0" y="0"/>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201;p12">
              <a:extLst>
                <a:ext uri="{FF2B5EF4-FFF2-40B4-BE49-F238E27FC236}">
                  <a16:creationId xmlns:a16="http://schemas.microsoft.com/office/drawing/2014/main" id="{17A41E80-75CE-0325-E28E-8F983B4C321D}"/>
                </a:ext>
              </a:extLst>
            </p:cNvPr>
            <p:cNvSpPr/>
            <p:nvPr/>
          </p:nvSpPr>
          <p:spPr>
            <a:xfrm>
              <a:off x="649925" y="534625"/>
              <a:ext cx="255750" cy="25"/>
            </a:xfrm>
            <a:custGeom>
              <a:avLst/>
              <a:gdLst/>
              <a:ahLst/>
              <a:cxnLst/>
              <a:rect l="l" t="t" r="r" b="b"/>
              <a:pathLst>
                <a:path w="10230" h="1" fill="none" extrusionOk="0">
                  <a:moveTo>
                    <a:pt x="10229" y="1"/>
                  </a:moveTo>
                  <a:lnTo>
                    <a:pt x="0"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202;p12">
              <a:extLst>
                <a:ext uri="{FF2B5EF4-FFF2-40B4-BE49-F238E27FC236}">
                  <a16:creationId xmlns:a16="http://schemas.microsoft.com/office/drawing/2014/main" id="{7519633D-6CBC-75F0-C49F-EA01313405E8}"/>
                </a:ext>
              </a:extLst>
            </p:cNvPr>
            <p:cNvSpPr/>
            <p:nvPr/>
          </p:nvSpPr>
          <p:spPr>
            <a:xfrm>
              <a:off x="649925" y="479825"/>
              <a:ext cx="255750" cy="25"/>
            </a:xfrm>
            <a:custGeom>
              <a:avLst/>
              <a:gdLst/>
              <a:ahLst/>
              <a:cxnLst/>
              <a:rect l="l" t="t" r="r" b="b"/>
              <a:pathLst>
                <a:path w="10230" h="1" fill="none" extrusionOk="0">
                  <a:moveTo>
                    <a:pt x="10229" y="1"/>
                  </a:moveTo>
                  <a:lnTo>
                    <a:pt x="0"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203;p12">
              <a:extLst>
                <a:ext uri="{FF2B5EF4-FFF2-40B4-BE49-F238E27FC236}">
                  <a16:creationId xmlns:a16="http://schemas.microsoft.com/office/drawing/2014/main" id="{96496599-769E-7020-38CF-48B5756F31A7}"/>
                </a:ext>
              </a:extLst>
            </p:cNvPr>
            <p:cNvSpPr/>
            <p:nvPr/>
          </p:nvSpPr>
          <p:spPr>
            <a:xfrm>
              <a:off x="649925" y="424425"/>
              <a:ext cx="255750" cy="25"/>
            </a:xfrm>
            <a:custGeom>
              <a:avLst/>
              <a:gdLst/>
              <a:ahLst/>
              <a:cxnLst/>
              <a:rect l="l" t="t" r="r" b="b"/>
              <a:pathLst>
                <a:path w="10230" h="1" fill="none" extrusionOk="0">
                  <a:moveTo>
                    <a:pt x="10229" y="1"/>
                  </a:moveTo>
                  <a:lnTo>
                    <a:pt x="0"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204;p12">
              <a:extLst>
                <a:ext uri="{FF2B5EF4-FFF2-40B4-BE49-F238E27FC236}">
                  <a16:creationId xmlns:a16="http://schemas.microsoft.com/office/drawing/2014/main" id="{438ADDE0-F10B-6E67-2D38-3C496FC511D1}"/>
                </a:ext>
              </a:extLst>
            </p:cNvPr>
            <p:cNvSpPr/>
            <p:nvPr/>
          </p:nvSpPr>
          <p:spPr>
            <a:xfrm>
              <a:off x="879475" y="274025"/>
              <a:ext cx="45075" cy="45100"/>
            </a:xfrm>
            <a:custGeom>
              <a:avLst/>
              <a:gdLst/>
              <a:ahLst/>
              <a:cxnLst/>
              <a:rect l="l" t="t" r="r" b="b"/>
              <a:pathLst>
                <a:path w="1803" h="1804" fill="none" extrusionOk="0">
                  <a:moveTo>
                    <a:pt x="901" y="1803"/>
                  </a:moveTo>
                  <a:lnTo>
                    <a:pt x="901" y="1803"/>
                  </a:lnTo>
                  <a:lnTo>
                    <a:pt x="731" y="1779"/>
                  </a:lnTo>
                  <a:lnTo>
                    <a:pt x="560" y="1730"/>
                  </a:lnTo>
                  <a:lnTo>
                    <a:pt x="390" y="1657"/>
                  </a:lnTo>
                  <a:lnTo>
                    <a:pt x="268" y="1535"/>
                  </a:lnTo>
                  <a:lnTo>
                    <a:pt x="146" y="1414"/>
                  </a:lnTo>
                  <a:lnTo>
                    <a:pt x="73" y="1243"/>
                  </a:lnTo>
                  <a:lnTo>
                    <a:pt x="25" y="1073"/>
                  </a:lnTo>
                  <a:lnTo>
                    <a:pt x="0" y="902"/>
                  </a:lnTo>
                  <a:lnTo>
                    <a:pt x="0" y="902"/>
                  </a:lnTo>
                  <a:lnTo>
                    <a:pt x="25" y="732"/>
                  </a:lnTo>
                  <a:lnTo>
                    <a:pt x="73" y="561"/>
                  </a:lnTo>
                  <a:lnTo>
                    <a:pt x="146" y="391"/>
                  </a:lnTo>
                  <a:lnTo>
                    <a:pt x="268" y="269"/>
                  </a:lnTo>
                  <a:lnTo>
                    <a:pt x="390" y="147"/>
                  </a:lnTo>
                  <a:lnTo>
                    <a:pt x="560" y="74"/>
                  </a:lnTo>
                  <a:lnTo>
                    <a:pt x="731" y="25"/>
                  </a:lnTo>
                  <a:lnTo>
                    <a:pt x="901" y="1"/>
                  </a:lnTo>
                  <a:lnTo>
                    <a:pt x="901" y="1"/>
                  </a:lnTo>
                  <a:lnTo>
                    <a:pt x="1072" y="25"/>
                  </a:lnTo>
                  <a:lnTo>
                    <a:pt x="1242" y="74"/>
                  </a:lnTo>
                  <a:lnTo>
                    <a:pt x="1413" y="147"/>
                  </a:lnTo>
                  <a:lnTo>
                    <a:pt x="1535" y="269"/>
                  </a:lnTo>
                  <a:lnTo>
                    <a:pt x="1656" y="391"/>
                  </a:lnTo>
                  <a:lnTo>
                    <a:pt x="1729" y="561"/>
                  </a:lnTo>
                  <a:lnTo>
                    <a:pt x="1778" y="732"/>
                  </a:lnTo>
                  <a:lnTo>
                    <a:pt x="1802" y="902"/>
                  </a:lnTo>
                  <a:lnTo>
                    <a:pt x="1802" y="902"/>
                  </a:lnTo>
                  <a:lnTo>
                    <a:pt x="1778" y="1073"/>
                  </a:lnTo>
                  <a:lnTo>
                    <a:pt x="1729" y="1243"/>
                  </a:lnTo>
                  <a:lnTo>
                    <a:pt x="1656" y="1414"/>
                  </a:lnTo>
                  <a:lnTo>
                    <a:pt x="1535" y="1535"/>
                  </a:lnTo>
                  <a:lnTo>
                    <a:pt x="1413" y="1657"/>
                  </a:lnTo>
                  <a:lnTo>
                    <a:pt x="1242" y="1730"/>
                  </a:lnTo>
                  <a:lnTo>
                    <a:pt x="1072" y="1779"/>
                  </a:lnTo>
                  <a:lnTo>
                    <a:pt x="901" y="1803"/>
                  </a:lnTo>
                  <a:lnTo>
                    <a:pt x="901" y="1803"/>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205;p12">
              <a:extLst>
                <a:ext uri="{FF2B5EF4-FFF2-40B4-BE49-F238E27FC236}">
                  <a16:creationId xmlns:a16="http://schemas.microsoft.com/office/drawing/2014/main" id="{56A42FAD-130B-8F35-1592-7960FC89457A}"/>
                </a:ext>
              </a:extLst>
            </p:cNvPr>
            <p:cNvSpPr/>
            <p:nvPr/>
          </p:nvSpPr>
          <p:spPr>
            <a:xfrm>
              <a:off x="654800" y="244200"/>
              <a:ext cx="25" cy="51175"/>
            </a:xfrm>
            <a:custGeom>
              <a:avLst/>
              <a:gdLst/>
              <a:ahLst/>
              <a:cxnLst/>
              <a:rect l="l" t="t" r="r" b="b"/>
              <a:pathLst>
                <a:path w="1" h="2047" fill="none" extrusionOk="0">
                  <a:moveTo>
                    <a:pt x="0" y="1"/>
                  </a:moveTo>
                  <a:lnTo>
                    <a:pt x="0" y="2046"/>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206;p12">
              <a:extLst>
                <a:ext uri="{FF2B5EF4-FFF2-40B4-BE49-F238E27FC236}">
                  <a16:creationId xmlns:a16="http://schemas.microsoft.com/office/drawing/2014/main" id="{ACD57EF8-2ED9-9F3B-AE70-EFD61646719E}"/>
                </a:ext>
              </a:extLst>
            </p:cNvPr>
            <p:cNvSpPr/>
            <p:nvPr/>
          </p:nvSpPr>
          <p:spPr>
            <a:xfrm>
              <a:off x="737600" y="244200"/>
              <a:ext cx="25" cy="51175"/>
            </a:xfrm>
            <a:custGeom>
              <a:avLst/>
              <a:gdLst/>
              <a:ahLst/>
              <a:cxnLst/>
              <a:rect l="l" t="t" r="r" b="b"/>
              <a:pathLst>
                <a:path w="1" h="2047" fill="none" extrusionOk="0">
                  <a:moveTo>
                    <a:pt x="1" y="1"/>
                  </a:moveTo>
                  <a:lnTo>
                    <a:pt x="1" y="2046"/>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207;p12">
              <a:extLst>
                <a:ext uri="{FF2B5EF4-FFF2-40B4-BE49-F238E27FC236}">
                  <a16:creationId xmlns:a16="http://schemas.microsoft.com/office/drawing/2014/main" id="{11B97E18-3F65-CE18-7452-2DED1C1CC314}"/>
                </a:ext>
              </a:extLst>
            </p:cNvPr>
            <p:cNvSpPr/>
            <p:nvPr/>
          </p:nvSpPr>
          <p:spPr>
            <a:xfrm>
              <a:off x="820400" y="244200"/>
              <a:ext cx="25" cy="51175"/>
            </a:xfrm>
            <a:custGeom>
              <a:avLst/>
              <a:gdLst/>
              <a:ahLst/>
              <a:cxnLst/>
              <a:rect l="l" t="t" r="r" b="b"/>
              <a:pathLst>
                <a:path w="1" h="2047" fill="none" extrusionOk="0">
                  <a:moveTo>
                    <a:pt x="1" y="1"/>
                  </a:moveTo>
                  <a:lnTo>
                    <a:pt x="1" y="2046"/>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8;p12">
              <a:extLst>
                <a:ext uri="{FF2B5EF4-FFF2-40B4-BE49-F238E27FC236}">
                  <a16:creationId xmlns:a16="http://schemas.microsoft.com/office/drawing/2014/main" id="{D5A41D17-F376-E92C-D7A4-616A153EA05A}"/>
                </a:ext>
              </a:extLst>
            </p:cNvPr>
            <p:cNvSpPr/>
            <p:nvPr/>
          </p:nvSpPr>
          <p:spPr>
            <a:xfrm>
              <a:off x="903225" y="244200"/>
              <a:ext cx="25" cy="51175"/>
            </a:xfrm>
            <a:custGeom>
              <a:avLst/>
              <a:gdLst/>
              <a:ahLst/>
              <a:cxnLst/>
              <a:rect l="l" t="t" r="r" b="b"/>
              <a:pathLst>
                <a:path w="1" h="2047" fill="none" extrusionOk="0">
                  <a:moveTo>
                    <a:pt x="0" y="1"/>
                  </a:moveTo>
                  <a:lnTo>
                    <a:pt x="0" y="2046"/>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4130026413"/>
      </p:ext>
    </p:extLst>
  </p:cSld>
  <p:clrMapOvr>
    <a:masterClrMapping/>
  </p:clrMapOvr>
  <p:transition>
    <p:fade thruBlk="1"/>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EDF918-E454-D84A-34A3-EB56B46EEA4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003FA39-F7C2-52D1-53B2-26DC77E822BF}"/>
              </a:ext>
            </a:extLst>
          </p:cNvPr>
          <p:cNvSpPr>
            <a:spLocks noGrp="1"/>
          </p:cNvSpPr>
          <p:nvPr>
            <p:ph type="title"/>
          </p:nvPr>
        </p:nvSpPr>
        <p:spPr/>
        <p:txBody>
          <a:bodyPr/>
          <a:lstStyle/>
          <a:p>
            <a:r>
              <a:rPr lang="en-PH" dirty="0"/>
              <a:t>The Developer's Debugging Workflow</a:t>
            </a:r>
          </a:p>
        </p:txBody>
      </p:sp>
      <p:sp>
        <p:nvSpPr>
          <p:cNvPr id="3" name="Text Placeholder 2">
            <a:extLst>
              <a:ext uri="{FF2B5EF4-FFF2-40B4-BE49-F238E27FC236}">
                <a16:creationId xmlns:a16="http://schemas.microsoft.com/office/drawing/2014/main" id="{9EAECC7E-0ACB-F0E8-0979-8FA2BE6E0AAC}"/>
              </a:ext>
            </a:extLst>
          </p:cNvPr>
          <p:cNvSpPr>
            <a:spLocks noGrp="1"/>
          </p:cNvSpPr>
          <p:nvPr>
            <p:ph type="body" idx="1"/>
          </p:nvPr>
        </p:nvSpPr>
        <p:spPr>
          <a:xfrm>
            <a:off x="140125" y="1308259"/>
            <a:ext cx="8463308" cy="2724300"/>
          </a:xfrm>
        </p:spPr>
        <p:txBody>
          <a:bodyPr/>
          <a:lstStyle/>
          <a:p>
            <a:r>
              <a:rPr lang="en-PH" sz="2400" b="1" dirty="0">
                <a:latin typeface="Roboto Condensed" panose="02000000000000000000" pitchFamily="2" charset="0"/>
                <a:ea typeface="Roboto Condensed" panose="02000000000000000000" pitchFamily="2" charset="0"/>
                <a:cs typeface="Roboto Condensed" panose="02000000000000000000" pitchFamily="2" charset="0"/>
              </a:rPr>
              <a:t>2.Isolate the Code:</a:t>
            </a:r>
            <a:endParaRPr lang="en-PH" sz="2400" dirty="0">
              <a:latin typeface="Roboto Condensed" panose="02000000000000000000" pitchFamily="2" charset="0"/>
              <a:ea typeface="Roboto Condensed" panose="02000000000000000000" pitchFamily="2" charset="0"/>
              <a:cs typeface="Roboto Condensed" panose="02000000000000000000" pitchFamily="2" charset="0"/>
            </a:endParaRPr>
          </a:p>
          <a:p>
            <a:r>
              <a:rPr lang="en-PH" sz="2400" dirty="0">
                <a:latin typeface="Roboto Condensed" panose="02000000000000000000" pitchFamily="2" charset="0"/>
                <a:ea typeface="Roboto Condensed" panose="02000000000000000000" pitchFamily="2" charset="0"/>
                <a:cs typeface="Roboto Condensed" panose="02000000000000000000" pitchFamily="2" charset="0"/>
              </a:rPr>
              <a:t>Use </a:t>
            </a:r>
            <a:r>
              <a:rPr lang="en-PH" sz="2400" dirty="0" err="1">
                <a:latin typeface="Roboto Condensed" panose="02000000000000000000" pitchFamily="2" charset="0"/>
                <a:ea typeface="Roboto Condensed" panose="02000000000000000000" pitchFamily="2" charset="0"/>
                <a:cs typeface="Roboto Condensed" panose="02000000000000000000" pitchFamily="2" charset="0"/>
              </a:rPr>
              <a:t>System.out.println</a:t>
            </a:r>
            <a:r>
              <a:rPr lang="en-PH" sz="2400" dirty="0">
                <a:latin typeface="Roboto Condensed" panose="02000000000000000000" pitchFamily="2" charset="0"/>
                <a:ea typeface="Roboto Condensed" panose="02000000000000000000" pitchFamily="2" charset="0"/>
                <a:cs typeface="Roboto Condensed" panose="02000000000000000000" pitchFamily="2" charset="0"/>
              </a:rPr>
              <a:t>(); right before the crash happens to print out the values of your variables. If you expect a variable to hold "10" but it prints "0", you've found the source of your logical error.</a:t>
            </a:r>
          </a:p>
        </p:txBody>
      </p:sp>
      <p:sp>
        <p:nvSpPr>
          <p:cNvPr id="5" name="Slide Number Placeholder 4">
            <a:extLst>
              <a:ext uri="{FF2B5EF4-FFF2-40B4-BE49-F238E27FC236}">
                <a16:creationId xmlns:a16="http://schemas.microsoft.com/office/drawing/2014/main" id="{6E354222-8450-7887-9DA8-C31241A98BD1}"/>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t>15</a:t>
            </a:fld>
            <a:endParaRPr lang="en-GB"/>
          </a:p>
        </p:txBody>
      </p:sp>
      <p:grpSp>
        <p:nvGrpSpPr>
          <p:cNvPr id="6" name="Google Shape;194;p12">
            <a:extLst>
              <a:ext uri="{FF2B5EF4-FFF2-40B4-BE49-F238E27FC236}">
                <a16:creationId xmlns:a16="http://schemas.microsoft.com/office/drawing/2014/main" id="{48D36FC3-93E8-378C-A963-C4798F662E04}"/>
              </a:ext>
            </a:extLst>
          </p:cNvPr>
          <p:cNvGrpSpPr/>
          <p:nvPr/>
        </p:nvGrpSpPr>
        <p:grpSpPr>
          <a:xfrm>
            <a:off x="293683" y="574116"/>
            <a:ext cx="309041" cy="403123"/>
            <a:chOff x="590250" y="244200"/>
            <a:chExt cx="407975" cy="532175"/>
          </a:xfrm>
        </p:grpSpPr>
        <p:sp>
          <p:nvSpPr>
            <p:cNvPr id="7" name="Google Shape;195;p12">
              <a:extLst>
                <a:ext uri="{FF2B5EF4-FFF2-40B4-BE49-F238E27FC236}">
                  <a16:creationId xmlns:a16="http://schemas.microsoft.com/office/drawing/2014/main" id="{F29CA80D-528F-DCDA-D692-46B6CF15D0E2}"/>
                </a:ext>
              </a:extLst>
            </p:cNvPr>
            <p:cNvSpPr/>
            <p:nvPr/>
          </p:nvSpPr>
          <p:spPr>
            <a:xfrm>
              <a:off x="623125" y="313625"/>
              <a:ext cx="375100" cy="462750"/>
            </a:xfrm>
            <a:custGeom>
              <a:avLst/>
              <a:gdLst/>
              <a:ahLst/>
              <a:cxnLst/>
              <a:rect l="l" t="t" r="r" b="b"/>
              <a:pathLst>
                <a:path w="15004" h="18510" fill="none" extrusionOk="0">
                  <a:moveTo>
                    <a:pt x="1" y="17536"/>
                  </a:moveTo>
                  <a:lnTo>
                    <a:pt x="1" y="17536"/>
                  </a:lnTo>
                  <a:lnTo>
                    <a:pt x="1" y="17536"/>
                  </a:lnTo>
                  <a:lnTo>
                    <a:pt x="25" y="17682"/>
                  </a:lnTo>
                  <a:lnTo>
                    <a:pt x="49" y="17852"/>
                  </a:lnTo>
                  <a:lnTo>
                    <a:pt x="123" y="18023"/>
                  </a:lnTo>
                  <a:lnTo>
                    <a:pt x="220" y="18193"/>
                  </a:lnTo>
                  <a:lnTo>
                    <a:pt x="293" y="18291"/>
                  </a:lnTo>
                  <a:lnTo>
                    <a:pt x="390" y="18364"/>
                  </a:lnTo>
                  <a:lnTo>
                    <a:pt x="488" y="18412"/>
                  </a:lnTo>
                  <a:lnTo>
                    <a:pt x="610" y="18461"/>
                  </a:lnTo>
                  <a:lnTo>
                    <a:pt x="756" y="18510"/>
                  </a:lnTo>
                  <a:lnTo>
                    <a:pt x="926" y="18510"/>
                  </a:lnTo>
                  <a:lnTo>
                    <a:pt x="14468" y="18510"/>
                  </a:lnTo>
                  <a:lnTo>
                    <a:pt x="14468" y="18510"/>
                  </a:lnTo>
                  <a:lnTo>
                    <a:pt x="14541" y="18510"/>
                  </a:lnTo>
                  <a:lnTo>
                    <a:pt x="14614" y="18485"/>
                  </a:lnTo>
                  <a:lnTo>
                    <a:pt x="14736" y="18412"/>
                  </a:lnTo>
                  <a:lnTo>
                    <a:pt x="14833" y="18291"/>
                  </a:lnTo>
                  <a:lnTo>
                    <a:pt x="14906" y="18144"/>
                  </a:lnTo>
                  <a:lnTo>
                    <a:pt x="14955" y="17974"/>
                  </a:lnTo>
                  <a:lnTo>
                    <a:pt x="14979" y="17779"/>
                  </a:lnTo>
                  <a:lnTo>
                    <a:pt x="15003" y="17438"/>
                  </a:lnTo>
                  <a:lnTo>
                    <a:pt x="15003" y="487"/>
                  </a:lnTo>
                  <a:lnTo>
                    <a:pt x="15003" y="487"/>
                  </a:lnTo>
                  <a:lnTo>
                    <a:pt x="15003" y="341"/>
                  </a:lnTo>
                  <a:lnTo>
                    <a:pt x="14979" y="219"/>
                  </a:lnTo>
                  <a:lnTo>
                    <a:pt x="14955" y="146"/>
                  </a:lnTo>
                  <a:lnTo>
                    <a:pt x="14906" y="73"/>
                  </a:lnTo>
                  <a:lnTo>
                    <a:pt x="14833" y="49"/>
                  </a:lnTo>
                  <a:lnTo>
                    <a:pt x="14736" y="24"/>
                  </a:lnTo>
                  <a:lnTo>
                    <a:pt x="14468" y="0"/>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196;p12">
              <a:extLst>
                <a:ext uri="{FF2B5EF4-FFF2-40B4-BE49-F238E27FC236}">
                  <a16:creationId xmlns:a16="http://schemas.microsoft.com/office/drawing/2014/main" id="{4D4855C3-2C24-4294-4C80-1FF5970F6DA3}"/>
                </a:ext>
              </a:extLst>
            </p:cNvPr>
            <p:cNvSpPr/>
            <p:nvPr/>
          </p:nvSpPr>
          <p:spPr>
            <a:xfrm>
              <a:off x="590250" y="269775"/>
              <a:ext cx="377525" cy="462775"/>
            </a:xfrm>
            <a:custGeom>
              <a:avLst/>
              <a:gdLst/>
              <a:ahLst/>
              <a:cxnLst/>
              <a:rect l="l" t="t" r="r" b="b"/>
              <a:pathLst>
                <a:path w="15101" h="18511" fill="none" extrusionOk="0">
                  <a:moveTo>
                    <a:pt x="14321" y="0"/>
                  </a:moveTo>
                  <a:lnTo>
                    <a:pt x="780" y="0"/>
                  </a:lnTo>
                  <a:lnTo>
                    <a:pt x="780" y="0"/>
                  </a:lnTo>
                  <a:lnTo>
                    <a:pt x="634" y="25"/>
                  </a:lnTo>
                  <a:lnTo>
                    <a:pt x="488" y="74"/>
                  </a:lnTo>
                  <a:lnTo>
                    <a:pt x="342" y="122"/>
                  </a:lnTo>
                  <a:lnTo>
                    <a:pt x="220" y="220"/>
                  </a:lnTo>
                  <a:lnTo>
                    <a:pt x="122" y="341"/>
                  </a:lnTo>
                  <a:lnTo>
                    <a:pt x="74" y="488"/>
                  </a:lnTo>
                  <a:lnTo>
                    <a:pt x="25" y="634"/>
                  </a:lnTo>
                  <a:lnTo>
                    <a:pt x="1" y="780"/>
                  </a:lnTo>
                  <a:lnTo>
                    <a:pt x="1" y="17731"/>
                  </a:lnTo>
                  <a:lnTo>
                    <a:pt x="1" y="17731"/>
                  </a:lnTo>
                  <a:lnTo>
                    <a:pt x="25" y="17877"/>
                  </a:lnTo>
                  <a:lnTo>
                    <a:pt x="74" y="18023"/>
                  </a:lnTo>
                  <a:lnTo>
                    <a:pt x="122" y="18169"/>
                  </a:lnTo>
                  <a:lnTo>
                    <a:pt x="220" y="18291"/>
                  </a:lnTo>
                  <a:lnTo>
                    <a:pt x="342" y="18388"/>
                  </a:lnTo>
                  <a:lnTo>
                    <a:pt x="488" y="18437"/>
                  </a:lnTo>
                  <a:lnTo>
                    <a:pt x="634" y="18486"/>
                  </a:lnTo>
                  <a:lnTo>
                    <a:pt x="780" y="18510"/>
                  </a:lnTo>
                  <a:lnTo>
                    <a:pt x="14321" y="18510"/>
                  </a:lnTo>
                  <a:lnTo>
                    <a:pt x="14321" y="18510"/>
                  </a:lnTo>
                  <a:lnTo>
                    <a:pt x="14467" y="18486"/>
                  </a:lnTo>
                  <a:lnTo>
                    <a:pt x="14614" y="18437"/>
                  </a:lnTo>
                  <a:lnTo>
                    <a:pt x="14760" y="18388"/>
                  </a:lnTo>
                  <a:lnTo>
                    <a:pt x="14881" y="18291"/>
                  </a:lnTo>
                  <a:lnTo>
                    <a:pt x="14979" y="18169"/>
                  </a:lnTo>
                  <a:lnTo>
                    <a:pt x="15028" y="18023"/>
                  </a:lnTo>
                  <a:lnTo>
                    <a:pt x="15076" y="17877"/>
                  </a:lnTo>
                  <a:lnTo>
                    <a:pt x="15101" y="17731"/>
                  </a:lnTo>
                  <a:lnTo>
                    <a:pt x="15101" y="780"/>
                  </a:lnTo>
                  <a:lnTo>
                    <a:pt x="15101" y="780"/>
                  </a:lnTo>
                  <a:lnTo>
                    <a:pt x="15076" y="634"/>
                  </a:lnTo>
                  <a:lnTo>
                    <a:pt x="15028" y="488"/>
                  </a:lnTo>
                  <a:lnTo>
                    <a:pt x="14979" y="341"/>
                  </a:lnTo>
                  <a:lnTo>
                    <a:pt x="14881" y="220"/>
                  </a:lnTo>
                  <a:lnTo>
                    <a:pt x="14760" y="122"/>
                  </a:lnTo>
                  <a:lnTo>
                    <a:pt x="14614" y="74"/>
                  </a:lnTo>
                  <a:lnTo>
                    <a:pt x="14467" y="25"/>
                  </a:lnTo>
                  <a:lnTo>
                    <a:pt x="14321" y="0"/>
                  </a:lnTo>
                  <a:lnTo>
                    <a:pt x="14321" y="0"/>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197;p12">
              <a:extLst>
                <a:ext uri="{FF2B5EF4-FFF2-40B4-BE49-F238E27FC236}">
                  <a16:creationId xmlns:a16="http://schemas.microsoft.com/office/drawing/2014/main" id="{39A714CE-ED94-75CD-E6BC-269925A41A1B}"/>
                </a:ext>
              </a:extLst>
            </p:cNvPr>
            <p:cNvSpPr/>
            <p:nvPr/>
          </p:nvSpPr>
          <p:spPr>
            <a:xfrm>
              <a:off x="796650" y="274025"/>
              <a:ext cx="45100" cy="45100"/>
            </a:xfrm>
            <a:custGeom>
              <a:avLst/>
              <a:gdLst/>
              <a:ahLst/>
              <a:cxnLst/>
              <a:rect l="l" t="t" r="r" b="b"/>
              <a:pathLst>
                <a:path w="1804" h="1804" fill="none" extrusionOk="0">
                  <a:moveTo>
                    <a:pt x="902" y="1"/>
                  </a:moveTo>
                  <a:lnTo>
                    <a:pt x="902" y="1"/>
                  </a:lnTo>
                  <a:lnTo>
                    <a:pt x="1073" y="25"/>
                  </a:lnTo>
                  <a:lnTo>
                    <a:pt x="1243" y="74"/>
                  </a:lnTo>
                  <a:lnTo>
                    <a:pt x="1414" y="147"/>
                  </a:lnTo>
                  <a:lnTo>
                    <a:pt x="1535" y="269"/>
                  </a:lnTo>
                  <a:lnTo>
                    <a:pt x="1657" y="391"/>
                  </a:lnTo>
                  <a:lnTo>
                    <a:pt x="1730" y="561"/>
                  </a:lnTo>
                  <a:lnTo>
                    <a:pt x="1779" y="732"/>
                  </a:lnTo>
                  <a:lnTo>
                    <a:pt x="1803" y="902"/>
                  </a:lnTo>
                  <a:lnTo>
                    <a:pt x="1803" y="902"/>
                  </a:lnTo>
                  <a:lnTo>
                    <a:pt x="1779" y="1073"/>
                  </a:lnTo>
                  <a:lnTo>
                    <a:pt x="1730" y="1243"/>
                  </a:lnTo>
                  <a:lnTo>
                    <a:pt x="1657" y="1414"/>
                  </a:lnTo>
                  <a:lnTo>
                    <a:pt x="1535" y="1535"/>
                  </a:lnTo>
                  <a:lnTo>
                    <a:pt x="1414" y="1657"/>
                  </a:lnTo>
                  <a:lnTo>
                    <a:pt x="1243" y="1730"/>
                  </a:lnTo>
                  <a:lnTo>
                    <a:pt x="1073" y="1779"/>
                  </a:lnTo>
                  <a:lnTo>
                    <a:pt x="902" y="1803"/>
                  </a:lnTo>
                  <a:lnTo>
                    <a:pt x="902" y="1803"/>
                  </a:lnTo>
                  <a:lnTo>
                    <a:pt x="732" y="1779"/>
                  </a:lnTo>
                  <a:lnTo>
                    <a:pt x="561" y="1730"/>
                  </a:lnTo>
                  <a:lnTo>
                    <a:pt x="391" y="1657"/>
                  </a:lnTo>
                  <a:lnTo>
                    <a:pt x="269" y="1535"/>
                  </a:lnTo>
                  <a:lnTo>
                    <a:pt x="147" y="1414"/>
                  </a:lnTo>
                  <a:lnTo>
                    <a:pt x="74" y="1243"/>
                  </a:lnTo>
                  <a:lnTo>
                    <a:pt x="25" y="1073"/>
                  </a:lnTo>
                  <a:lnTo>
                    <a:pt x="1" y="902"/>
                  </a:lnTo>
                  <a:lnTo>
                    <a:pt x="1" y="902"/>
                  </a:lnTo>
                  <a:lnTo>
                    <a:pt x="25" y="732"/>
                  </a:lnTo>
                  <a:lnTo>
                    <a:pt x="74" y="561"/>
                  </a:lnTo>
                  <a:lnTo>
                    <a:pt x="147" y="391"/>
                  </a:lnTo>
                  <a:lnTo>
                    <a:pt x="269" y="269"/>
                  </a:lnTo>
                  <a:lnTo>
                    <a:pt x="391" y="147"/>
                  </a:lnTo>
                  <a:lnTo>
                    <a:pt x="561" y="74"/>
                  </a:lnTo>
                  <a:lnTo>
                    <a:pt x="732" y="25"/>
                  </a:lnTo>
                  <a:lnTo>
                    <a:pt x="902" y="1"/>
                  </a:lnTo>
                  <a:lnTo>
                    <a:pt x="902"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198;p12">
              <a:extLst>
                <a:ext uri="{FF2B5EF4-FFF2-40B4-BE49-F238E27FC236}">
                  <a16:creationId xmlns:a16="http://schemas.microsoft.com/office/drawing/2014/main" id="{3E5A13F9-4B77-1B0D-15BD-10A365D49E9A}"/>
                </a:ext>
              </a:extLst>
            </p:cNvPr>
            <p:cNvSpPr/>
            <p:nvPr/>
          </p:nvSpPr>
          <p:spPr>
            <a:xfrm>
              <a:off x="713850" y="274025"/>
              <a:ext cx="45075" cy="45100"/>
            </a:xfrm>
            <a:custGeom>
              <a:avLst/>
              <a:gdLst/>
              <a:ahLst/>
              <a:cxnLst/>
              <a:rect l="l" t="t" r="r" b="b"/>
              <a:pathLst>
                <a:path w="1803" h="1804" fill="none" extrusionOk="0">
                  <a:moveTo>
                    <a:pt x="902" y="1"/>
                  </a:moveTo>
                  <a:lnTo>
                    <a:pt x="902" y="1"/>
                  </a:lnTo>
                  <a:lnTo>
                    <a:pt x="1072" y="25"/>
                  </a:lnTo>
                  <a:lnTo>
                    <a:pt x="1243" y="74"/>
                  </a:lnTo>
                  <a:lnTo>
                    <a:pt x="1413" y="147"/>
                  </a:lnTo>
                  <a:lnTo>
                    <a:pt x="1535" y="269"/>
                  </a:lnTo>
                  <a:lnTo>
                    <a:pt x="1657" y="391"/>
                  </a:lnTo>
                  <a:lnTo>
                    <a:pt x="1730" y="561"/>
                  </a:lnTo>
                  <a:lnTo>
                    <a:pt x="1779" y="732"/>
                  </a:lnTo>
                  <a:lnTo>
                    <a:pt x="1803" y="902"/>
                  </a:lnTo>
                  <a:lnTo>
                    <a:pt x="1803" y="902"/>
                  </a:lnTo>
                  <a:lnTo>
                    <a:pt x="1779" y="1073"/>
                  </a:lnTo>
                  <a:lnTo>
                    <a:pt x="1730" y="1243"/>
                  </a:lnTo>
                  <a:lnTo>
                    <a:pt x="1657" y="1414"/>
                  </a:lnTo>
                  <a:lnTo>
                    <a:pt x="1535" y="1535"/>
                  </a:lnTo>
                  <a:lnTo>
                    <a:pt x="1413" y="1657"/>
                  </a:lnTo>
                  <a:lnTo>
                    <a:pt x="1243" y="1730"/>
                  </a:lnTo>
                  <a:lnTo>
                    <a:pt x="1072" y="1779"/>
                  </a:lnTo>
                  <a:lnTo>
                    <a:pt x="902" y="1803"/>
                  </a:lnTo>
                  <a:lnTo>
                    <a:pt x="902" y="1803"/>
                  </a:lnTo>
                  <a:lnTo>
                    <a:pt x="731" y="1779"/>
                  </a:lnTo>
                  <a:lnTo>
                    <a:pt x="561" y="1730"/>
                  </a:lnTo>
                  <a:lnTo>
                    <a:pt x="390" y="1657"/>
                  </a:lnTo>
                  <a:lnTo>
                    <a:pt x="269" y="1535"/>
                  </a:lnTo>
                  <a:lnTo>
                    <a:pt x="147" y="1414"/>
                  </a:lnTo>
                  <a:lnTo>
                    <a:pt x="74" y="1243"/>
                  </a:lnTo>
                  <a:lnTo>
                    <a:pt x="25" y="1073"/>
                  </a:lnTo>
                  <a:lnTo>
                    <a:pt x="1" y="902"/>
                  </a:lnTo>
                  <a:lnTo>
                    <a:pt x="1" y="902"/>
                  </a:lnTo>
                  <a:lnTo>
                    <a:pt x="25" y="732"/>
                  </a:lnTo>
                  <a:lnTo>
                    <a:pt x="74" y="561"/>
                  </a:lnTo>
                  <a:lnTo>
                    <a:pt x="147" y="391"/>
                  </a:lnTo>
                  <a:lnTo>
                    <a:pt x="269" y="269"/>
                  </a:lnTo>
                  <a:lnTo>
                    <a:pt x="390" y="147"/>
                  </a:lnTo>
                  <a:lnTo>
                    <a:pt x="561" y="74"/>
                  </a:lnTo>
                  <a:lnTo>
                    <a:pt x="731" y="25"/>
                  </a:lnTo>
                  <a:lnTo>
                    <a:pt x="902" y="1"/>
                  </a:lnTo>
                  <a:lnTo>
                    <a:pt x="902"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99;p12">
              <a:extLst>
                <a:ext uri="{FF2B5EF4-FFF2-40B4-BE49-F238E27FC236}">
                  <a16:creationId xmlns:a16="http://schemas.microsoft.com/office/drawing/2014/main" id="{27B8B03B-E2DD-A11B-8330-7CDB405BC956}"/>
                </a:ext>
              </a:extLst>
            </p:cNvPr>
            <p:cNvSpPr/>
            <p:nvPr/>
          </p:nvSpPr>
          <p:spPr>
            <a:xfrm>
              <a:off x="631050" y="274025"/>
              <a:ext cx="45075" cy="45100"/>
            </a:xfrm>
            <a:custGeom>
              <a:avLst/>
              <a:gdLst/>
              <a:ahLst/>
              <a:cxnLst/>
              <a:rect l="l" t="t" r="r" b="b"/>
              <a:pathLst>
                <a:path w="1803" h="1804" fill="none" extrusionOk="0">
                  <a:moveTo>
                    <a:pt x="0" y="902"/>
                  </a:moveTo>
                  <a:lnTo>
                    <a:pt x="0" y="902"/>
                  </a:lnTo>
                  <a:lnTo>
                    <a:pt x="25" y="732"/>
                  </a:lnTo>
                  <a:lnTo>
                    <a:pt x="73" y="561"/>
                  </a:lnTo>
                  <a:lnTo>
                    <a:pt x="147" y="391"/>
                  </a:lnTo>
                  <a:lnTo>
                    <a:pt x="268" y="269"/>
                  </a:lnTo>
                  <a:lnTo>
                    <a:pt x="390" y="147"/>
                  </a:lnTo>
                  <a:lnTo>
                    <a:pt x="561" y="74"/>
                  </a:lnTo>
                  <a:lnTo>
                    <a:pt x="731" y="25"/>
                  </a:lnTo>
                  <a:lnTo>
                    <a:pt x="902" y="1"/>
                  </a:lnTo>
                  <a:lnTo>
                    <a:pt x="902" y="1"/>
                  </a:lnTo>
                  <a:lnTo>
                    <a:pt x="1072" y="25"/>
                  </a:lnTo>
                  <a:lnTo>
                    <a:pt x="1243" y="74"/>
                  </a:lnTo>
                  <a:lnTo>
                    <a:pt x="1413" y="147"/>
                  </a:lnTo>
                  <a:lnTo>
                    <a:pt x="1535" y="269"/>
                  </a:lnTo>
                  <a:lnTo>
                    <a:pt x="1657" y="391"/>
                  </a:lnTo>
                  <a:lnTo>
                    <a:pt x="1730" y="561"/>
                  </a:lnTo>
                  <a:lnTo>
                    <a:pt x="1778" y="732"/>
                  </a:lnTo>
                  <a:lnTo>
                    <a:pt x="1803" y="902"/>
                  </a:lnTo>
                  <a:lnTo>
                    <a:pt x="1803" y="902"/>
                  </a:lnTo>
                  <a:lnTo>
                    <a:pt x="1778" y="1073"/>
                  </a:lnTo>
                  <a:lnTo>
                    <a:pt x="1730" y="1243"/>
                  </a:lnTo>
                  <a:lnTo>
                    <a:pt x="1657" y="1414"/>
                  </a:lnTo>
                  <a:lnTo>
                    <a:pt x="1535" y="1535"/>
                  </a:lnTo>
                  <a:lnTo>
                    <a:pt x="1413" y="1657"/>
                  </a:lnTo>
                  <a:lnTo>
                    <a:pt x="1243" y="1730"/>
                  </a:lnTo>
                  <a:lnTo>
                    <a:pt x="1072" y="1779"/>
                  </a:lnTo>
                  <a:lnTo>
                    <a:pt x="902" y="1803"/>
                  </a:lnTo>
                  <a:lnTo>
                    <a:pt x="902" y="1803"/>
                  </a:lnTo>
                  <a:lnTo>
                    <a:pt x="731" y="1779"/>
                  </a:lnTo>
                  <a:lnTo>
                    <a:pt x="561" y="1730"/>
                  </a:lnTo>
                  <a:lnTo>
                    <a:pt x="390" y="1657"/>
                  </a:lnTo>
                  <a:lnTo>
                    <a:pt x="268" y="1535"/>
                  </a:lnTo>
                  <a:lnTo>
                    <a:pt x="147" y="1414"/>
                  </a:lnTo>
                  <a:lnTo>
                    <a:pt x="73" y="1243"/>
                  </a:lnTo>
                  <a:lnTo>
                    <a:pt x="25" y="1073"/>
                  </a:lnTo>
                  <a:lnTo>
                    <a:pt x="0" y="902"/>
                  </a:lnTo>
                  <a:lnTo>
                    <a:pt x="0" y="902"/>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200;p12">
              <a:extLst>
                <a:ext uri="{FF2B5EF4-FFF2-40B4-BE49-F238E27FC236}">
                  <a16:creationId xmlns:a16="http://schemas.microsoft.com/office/drawing/2014/main" id="{E9B54DE7-1800-AB5E-F9ED-3125EBCF0F36}"/>
                </a:ext>
              </a:extLst>
            </p:cNvPr>
            <p:cNvSpPr/>
            <p:nvPr/>
          </p:nvSpPr>
          <p:spPr>
            <a:xfrm>
              <a:off x="649925" y="590050"/>
              <a:ext cx="133975" cy="25"/>
            </a:xfrm>
            <a:custGeom>
              <a:avLst/>
              <a:gdLst/>
              <a:ahLst/>
              <a:cxnLst/>
              <a:rect l="l" t="t" r="r" b="b"/>
              <a:pathLst>
                <a:path w="5359" h="1" fill="none" extrusionOk="0">
                  <a:moveTo>
                    <a:pt x="5358" y="0"/>
                  </a:moveTo>
                  <a:lnTo>
                    <a:pt x="0" y="0"/>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201;p12">
              <a:extLst>
                <a:ext uri="{FF2B5EF4-FFF2-40B4-BE49-F238E27FC236}">
                  <a16:creationId xmlns:a16="http://schemas.microsoft.com/office/drawing/2014/main" id="{B36DD1F0-DE19-3BD6-6DB8-41B5343B0232}"/>
                </a:ext>
              </a:extLst>
            </p:cNvPr>
            <p:cNvSpPr/>
            <p:nvPr/>
          </p:nvSpPr>
          <p:spPr>
            <a:xfrm>
              <a:off x="649925" y="534625"/>
              <a:ext cx="255750" cy="25"/>
            </a:xfrm>
            <a:custGeom>
              <a:avLst/>
              <a:gdLst/>
              <a:ahLst/>
              <a:cxnLst/>
              <a:rect l="l" t="t" r="r" b="b"/>
              <a:pathLst>
                <a:path w="10230" h="1" fill="none" extrusionOk="0">
                  <a:moveTo>
                    <a:pt x="10229" y="1"/>
                  </a:moveTo>
                  <a:lnTo>
                    <a:pt x="0"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202;p12">
              <a:extLst>
                <a:ext uri="{FF2B5EF4-FFF2-40B4-BE49-F238E27FC236}">
                  <a16:creationId xmlns:a16="http://schemas.microsoft.com/office/drawing/2014/main" id="{5E2DB437-857B-3846-126E-838A6C31A319}"/>
                </a:ext>
              </a:extLst>
            </p:cNvPr>
            <p:cNvSpPr/>
            <p:nvPr/>
          </p:nvSpPr>
          <p:spPr>
            <a:xfrm>
              <a:off x="649925" y="479825"/>
              <a:ext cx="255750" cy="25"/>
            </a:xfrm>
            <a:custGeom>
              <a:avLst/>
              <a:gdLst/>
              <a:ahLst/>
              <a:cxnLst/>
              <a:rect l="l" t="t" r="r" b="b"/>
              <a:pathLst>
                <a:path w="10230" h="1" fill="none" extrusionOk="0">
                  <a:moveTo>
                    <a:pt x="10229" y="1"/>
                  </a:moveTo>
                  <a:lnTo>
                    <a:pt x="0"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203;p12">
              <a:extLst>
                <a:ext uri="{FF2B5EF4-FFF2-40B4-BE49-F238E27FC236}">
                  <a16:creationId xmlns:a16="http://schemas.microsoft.com/office/drawing/2014/main" id="{8C1091CA-21A6-F9A5-8711-EDF43C52C174}"/>
                </a:ext>
              </a:extLst>
            </p:cNvPr>
            <p:cNvSpPr/>
            <p:nvPr/>
          </p:nvSpPr>
          <p:spPr>
            <a:xfrm>
              <a:off x="649925" y="424425"/>
              <a:ext cx="255750" cy="25"/>
            </a:xfrm>
            <a:custGeom>
              <a:avLst/>
              <a:gdLst/>
              <a:ahLst/>
              <a:cxnLst/>
              <a:rect l="l" t="t" r="r" b="b"/>
              <a:pathLst>
                <a:path w="10230" h="1" fill="none" extrusionOk="0">
                  <a:moveTo>
                    <a:pt x="10229" y="1"/>
                  </a:moveTo>
                  <a:lnTo>
                    <a:pt x="0"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204;p12">
              <a:extLst>
                <a:ext uri="{FF2B5EF4-FFF2-40B4-BE49-F238E27FC236}">
                  <a16:creationId xmlns:a16="http://schemas.microsoft.com/office/drawing/2014/main" id="{23BC7F82-D603-3C3B-38E8-F931768AB060}"/>
                </a:ext>
              </a:extLst>
            </p:cNvPr>
            <p:cNvSpPr/>
            <p:nvPr/>
          </p:nvSpPr>
          <p:spPr>
            <a:xfrm>
              <a:off x="879475" y="274025"/>
              <a:ext cx="45075" cy="45100"/>
            </a:xfrm>
            <a:custGeom>
              <a:avLst/>
              <a:gdLst/>
              <a:ahLst/>
              <a:cxnLst/>
              <a:rect l="l" t="t" r="r" b="b"/>
              <a:pathLst>
                <a:path w="1803" h="1804" fill="none" extrusionOk="0">
                  <a:moveTo>
                    <a:pt x="901" y="1803"/>
                  </a:moveTo>
                  <a:lnTo>
                    <a:pt x="901" y="1803"/>
                  </a:lnTo>
                  <a:lnTo>
                    <a:pt x="731" y="1779"/>
                  </a:lnTo>
                  <a:lnTo>
                    <a:pt x="560" y="1730"/>
                  </a:lnTo>
                  <a:lnTo>
                    <a:pt x="390" y="1657"/>
                  </a:lnTo>
                  <a:lnTo>
                    <a:pt x="268" y="1535"/>
                  </a:lnTo>
                  <a:lnTo>
                    <a:pt x="146" y="1414"/>
                  </a:lnTo>
                  <a:lnTo>
                    <a:pt x="73" y="1243"/>
                  </a:lnTo>
                  <a:lnTo>
                    <a:pt x="25" y="1073"/>
                  </a:lnTo>
                  <a:lnTo>
                    <a:pt x="0" y="902"/>
                  </a:lnTo>
                  <a:lnTo>
                    <a:pt x="0" y="902"/>
                  </a:lnTo>
                  <a:lnTo>
                    <a:pt x="25" y="732"/>
                  </a:lnTo>
                  <a:lnTo>
                    <a:pt x="73" y="561"/>
                  </a:lnTo>
                  <a:lnTo>
                    <a:pt x="146" y="391"/>
                  </a:lnTo>
                  <a:lnTo>
                    <a:pt x="268" y="269"/>
                  </a:lnTo>
                  <a:lnTo>
                    <a:pt x="390" y="147"/>
                  </a:lnTo>
                  <a:lnTo>
                    <a:pt x="560" y="74"/>
                  </a:lnTo>
                  <a:lnTo>
                    <a:pt x="731" y="25"/>
                  </a:lnTo>
                  <a:lnTo>
                    <a:pt x="901" y="1"/>
                  </a:lnTo>
                  <a:lnTo>
                    <a:pt x="901" y="1"/>
                  </a:lnTo>
                  <a:lnTo>
                    <a:pt x="1072" y="25"/>
                  </a:lnTo>
                  <a:lnTo>
                    <a:pt x="1242" y="74"/>
                  </a:lnTo>
                  <a:lnTo>
                    <a:pt x="1413" y="147"/>
                  </a:lnTo>
                  <a:lnTo>
                    <a:pt x="1535" y="269"/>
                  </a:lnTo>
                  <a:lnTo>
                    <a:pt x="1656" y="391"/>
                  </a:lnTo>
                  <a:lnTo>
                    <a:pt x="1729" y="561"/>
                  </a:lnTo>
                  <a:lnTo>
                    <a:pt x="1778" y="732"/>
                  </a:lnTo>
                  <a:lnTo>
                    <a:pt x="1802" y="902"/>
                  </a:lnTo>
                  <a:lnTo>
                    <a:pt x="1802" y="902"/>
                  </a:lnTo>
                  <a:lnTo>
                    <a:pt x="1778" y="1073"/>
                  </a:lnTo>
                  <a:lnTo>
                    <a:pt x="1729" y="1243"/>
                  </a:lnTo>
                  <a:lnTo>
                    <a:pt x="1656" y="1414"/>
                  </a:lnTo>
                  <a:lnTo>
                    <a:pt x="1535" y="1535"/>
                  </a:lnTo>
                  <a:lnTo>
                    <a:pt x="1413" y="1657"/>
                  </a:lnTo>
                  <a:lnTo>
                    <a:pt x="1242" y="1730"/>
                  </a:lnTo>
                  <a:lnTo>
                    <a:pt x="1072" y="1779"/>
                  </a:lnTo>
                  <a:lnTo>
                    <a:pt x="901" y="1803"/>
                  </a:lnTo>
                  <a:lnTo>
                    <a:pt x="901" y="1803"/>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205;p12">
              <a:extLst>
                <a:ext uri="{FF2B5EF4-FFF2-40B4-BE49-F238E27FC236}">
                  <a16:creationId xmlns:a16="http://schemas.microsoft.com/office/drawing/2014/main" id="{75844F2F-D9BF-9BF8-D3A0-32B7314072DB}"/>
                </a:ext>
              </a:extLst>
            </p:cNvPr>
            <p:cNvSpPr/>
            <p:nvPr/>
          </p:nvSpPr>
          <p:spPr>
            <a:xfrm>
              <a:off x="654800" y="244200"/>
              <a:ext cx="25" cy="51175"/>
            </a:xfrm>
            <a:custGeom>
              <a:avLst/>
              <a:gdLst/>
              <a:ahLst/>
              <a:cxnLst/>
              <a:rect l="l" t="t" r="r" b="b"/>
              <a:pathLst>
                <a:path w="1" h="2047" fill="none" extrusionOk="0">
                  <a:moveTo>
                    <a:pt x="0" y="1"/>
                  </a:moveTo>
                  <a:lnTo>
                    <a:pt x="0" y="2046"/>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206;p12">
              <a:extLst>
                <a:ext uri="{FF2B5EF4-FFF2-40B4-BE49-F238E27FC236}">
                  <a16:creationId xmlns:a16="http://schemas.microsoft.com/office/drawing/2014/main" id="{1C3602AF-6D75-257F-5BE2-B2744F9BE553}"/>
                </a:ext>
              </a:extLst>
            </p:cNvPr>
            <p:cNvSpPr/>
            <p:nvPr/>
          </p:nvSpPr>
          <p:spPr>
            <a:xfrm>
              <a:off x="737600" y="244200"/>
              <a:ext cx="25" cy="51175"/>
            </a:xfrm>
            <a:custGeom>
              <a:avLst/>
              <a:gdLst/>
              <a:ahLst/>
              <a:cxnLst/>
              <a:rect l="l" t="t" r="r" b="b"/>
              <a:pathLst>
                <a:path w="1" h="2047" fill="none" extrusionOk="0">
                  <a:moveTo>
                    <a:pt x="1" y="1"/>
                  </a:moveTo>
                  <a:lnTo>
                    <a:pt x="1" y="2046"/>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207;p12">
              <a:extLst>
                <a:ext uri="{FF2B5EF4-FFF2-40B4-BE49-F238E27FC236}">
                  <a16:creationId xmlns:a16="http://schemas.microsoft.com/office/drawing/2014/main" id="{57CACC07-FA31-645C-0BA5-5908A56542B3}"/>
                </a:ext>
              </a:extLst>
            </p:cNvPr>
            <p:cNvSpPr/>
            <p:nvPr/>
          </p:nvSpPr>
          <p:spPr>
            <a:xfrm>
              <a:off x="820400" y="244200"/>
              <a:ext cx="25" cy="51175"/>
            </a:xfrm>
            <a:custGeom>
              <a:avLst/>
              <a:gdLst/>
              <a:ahLst/>
              <a:cxnLst/>
              <a:rect l="l" t="t" r="r" b="b"/>
              <a:pathLst>
                <a:path w="1" h="2047" fill="none" extrusionOk="0">
                  <a:moveTo>
                    <a:pt x="1" y="1"/>
                  </a:moveTo>
                  <a:lnTo>
                    <a:pt x="1" y="2046"/>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8;p12">
              <a:extLst>
                <a:ext uri="{FF2B5EF4-FFF2-40B4-BE49-F238E27FC236}">
                  <a16:creationId xmlns:a16="http://schemas.microsoft.com/office/drawing/2014/main" id="{4686777F-2A26-06E7-D493-C7DEB7FFC27C}"/>
                </a:ext>
              </a:extLst>
            </p:cNvPr>
            <p:cNvSpPr/>
            <p:nvPr/>
          </p:nvSpPr>
          <p:spPr>
            <a:xfrm>
              <a:off x="903225" y="244200"/>
              <a:ext cx="25" cy="51175"/>
            </a:xfrm>
            <a:custGeom>
              <a:avLst/>
              <a:gdLst/>
              <a:ahLst/>
              <a:cxnLst/>
              <a:rect l="l" t="t" r="r" b="b"/>
              <a:pathLst>
                <a:path w="1" h="2047" fill="none" extrusionOk="0">
                  <a:moveTo>
                    <a:pt x="0" y="1"/>
                  </a:moveTo>
                  <a:lnTo>
                    <a:pt x="0" y="2046"/>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3068586953"/>
      </p:ext>
    </p:extLst>
  </p:cSld>
  <p:clrMapOvr>
    <a:masterClrMapping/>
  </p:clrMapOvr>
  <p:transition>
    <p:fade thruBlk="1"/>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2F7044-DB52-DCAD-A040-F30E72E274B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9D5BE4E-83D3-999B-3803-57904A8738D7}"/>
              </a:ext>
            </a:extLst>
          </p:cNvPr>
          <p:cNvSpPr>
            <a:spLocks noGrp="1"/>
          </p:cNvSpPr>
          <p:nvPr>
            <p:ph type="title"/>
          </p:nvPr>
        </p:nvSpPr>
        <p:spPr/>
        <p:txBody>
          <a:bodyPr/>
          <a:lstStyle/>
          <a:p>
            <a:r>
              <a:rPr lang="en-PH" dirty="0"/>
              <a:t>The Developer's Debugging Workflow</a:t>
            </a:r>
          </a:p>
        </p:txBody>
      </p:sp>
      <p:sp>
        <p:nvSpPr>
          <p:cNvPr id="3" name="Text Placeholder 2">
            <a:extLst>
              <a:ext uri="{FF2B5EF4-FFF2-40B4-BE49-F238E27FC236}">
                <a16:creationId xmlns:a16="http://schemas.microsoft.com/office/drawing/2014/main" id="{BCD811FB-867F-3E19-EB74-1E49A55D5FF1}"/>
              </a:ext>
            </a:extLst>
          </p:cNvPr>
          <p:cNvSpPr>
            <a:spLocks noGrp="1"/>
          </p:cNvSpPr>
          <p:nvPr>
            <p:ph type="body" idx="1"/>
          </p:nvPr>
        </p:nvSpPr>
        <p:spPr>
          <a:xfrm>
            <a:off x="140125" y="1308259"/>
            <a:ext cx="8463308" cy="2724300"/>
          </a:xfrm>
        </p:spPr>
        <p:txBody>
          <a:bodyPr/>
          <a:lstStyle/>
          <a:p>
            <a:r>
              <a:rPr lang="en-PH" sz="2400" b="1" dirty="0">
                <a:latin typeface="Roboto Condensed" panose="02000000000000000000" pitchFamily="2" charset="0"/>
                <a:ea typeface="Roboto Condensed" panose="02000000000000000000" pitchFamily="2" charset="0"/>
                <a:cs typeface="Roboto Condensed" panose="02000000000000000000" pitchFamily="2" charset="0"/>
              </a:rPr>
              <a:t>3.Rubber Duck Debugging : </a:t>
            </a:r>
            <a:r>
              <a:rPr lang="en-PH" sz="2400" dirty="0">
                <a:latin typeface="Roboto Condensed" panose="02000000000000000000" pitchFamily="2" charset="0"/>
                <a:ea typeface="Roboto Condensed" panose="02000000000000000000" pitchFamily="2" charset="0"/>
                <a:cs typeface="Roboto Condensed" panose="02000000000000000000" pitchFamily="2" charset="0"/>
              </a:rPr>
              <a:t>Explain it out loud.</a:t>
            </a:r>
          </a:p>
          <a:p>
            <a:r>
              <a:rPr lang="en-PH" sz="2400" dirty="0">
                <a:latin typeface="Roboto Condensed" panose="02000000000000000000" pitchFamily="2" charset="0"/>
                <a:ea typeface="Roboto Condensed" panose="02000000000000000000" pitchFamily="2" charset="0"/>
                <a:cs typeface="Roboto Condensed" panose="02000000000000000000" pitchFamily="2" charset="0"/>
              </a:rPr>
              <a:t>A famous industry technique: explain what your code is supposed to do line-by-line out loud (even to an inanimate object like a rubber duck). Forcing your brain to verbalize the logic often reveals the flaw.</a:t>
            </a:r>
          </a:p>
        </p:txBody>
      </p:sp>
      <p:sp>
        <p:nvSpPr>
          <p:cNvPr id="5" name="Slide Number Placeholder 4">
            <a:extLst>
              <a:ext uri="{FF2B5EF4-FFF2-40B4-BE49-F238E27FC236}">
                <a16:creationId xmlns:a16="http://schemas.microsoft.com/office/drawing/2014/main" id="{85104220-3464-3EBB-6E9B-266F0AD4D7AF}"/>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t>16</a:t>
            </a:fld>
            <a:endParaRPr lang="en-GB"/>
          </a:p>
        </p:txBody>
      </p:sp>
      <p:grpSp>
        <p:nvGrpSpPr>
          <p:cNvPr id="6" name="Google Shape;194;p12">
            <a:extLst>
              <a:ext uri="{FF2B5EF4-FFF2-40B4-BE49-F238E27FC236}">
                <a16:creationId xmlns:a16="http://schemas.microsoft.com/office/drawing/2014/main" id="{0FAD5CD7-8A37-076D-D1E7-4595939F28D3}"/>
              </a:ext>
            </a:extLst>
          </p:cNvPr>
          <p:cNvGrpSpPr/>
          <p:nvPr/>
        </p:nvGrpSpPr>
        <p:grpSpPr>
          <a:xfrm>
            <a:off x="293683" y="574116"/>
            <a:ext cx="309041" cy="403123"/>
            <a:chOff x="590250" y="244200"/>
            <a:chExt cx="407975" cy="532175"/>
          </a:xfrm>
        </p:grpSpPr>
        <p:sp>
          <p:nvSpPr>
            <p:cNvPr id="7" name="Google Shape;195;p12">
              <a:extLst>
                <a:ext uri="{FF2B5EF4-FFF2-40B4-BE49-F238E27FC236}">
                  <a16:creationId xmlns:a16="http://schemas.microsoft.com/office/drawing/2014/main" id="{4649F12D-C4F1-EA0E-66DC-CF6D5F840843}"/>
                </a:ext>
              </a:extLst>
            </p:cNvPr>
            <p:cNvSpPr/>
            <p:nvPr/>
          </p:nvSpPr>
          <p:spPr>
            <a:xfrm>
              <a:off x="623125" y="313625"/>
              <a:ext cx="375100" cy="462750"/>
            </a:xfrm>
            <a:custGeom>
              <a:avLst/>
              <a:gdLst/>
              <a:ahLst/>
              <a:cxnLst/>
              <a:rect l="l" t="t" r="r" b="b"/>
              <a:pathLst>
                <a:path w="15004" h="18510" fill="none" extrusionOk="0">
                  <a:moveTo>
                    <a:pt x="1" y="17536"/>
                  </a:moveTo>
                  <a:lnTo>
                    <a:pt x="1" y="17536"/>
                  </a:lnTo>
                  <a:lnTo>
                    <a:pt x="1" y="17536"/>
                  </a:lnTo>
                  <a:lnTo>
                    <a:pt x="25" y="17682"/>
                  </a:lnTo>
                  <a:lnTo>
                    <a:pt x="49" y="17852"/>
                  </a:lnTo>
                  <a:lnTo>
                    <a:pt x="123" y="18023"/>
                  </a:lnTo>
                  <a:lnTo>
                    <a:pt x="220" y="18193"/>
                  </a:lnTo>
                  <a:lnTo>
                    <a:pt x="293" y="18291"/>
                  </a:lnTo>
                  <a:lnTo>
                    <a:pt x="390" y="18364"/>
                  </a:lnTo>
                  <a:lnTo>
                    <a:pt x="488" y="18412"/>
                  </a:lnTo>
                  <a:lnTo>
                    <a:pt x="610" y="18461"/>
                  </a:lnTo>
                  <a:lnTo>
                    <a:pt x="756" y="18510"/>
                  </a:lnTo>
                  <a:lnTo>
                    <a:pt x="926" y="18510"/>
                  </a:lnTo>
                  <a:lnTo>
                    <a:pt x="14468" y="18510"/>
                  </a:lnTo>
                  <a:lnTo>
                    <a:pt x="14468" y="18510"/>
                  </a:lnTo>
                  <a:lnTo>
                    <a:pt x="14541" y="18510"/>
                  </a:lnTo>
                  <a:lnTo>
                    <a:pt x="14614" y="18485"/>
                  </a:lnTo>
                  <a:lnTo>
                    <a:pt x="14736" y="18412"/>
                  </a:lnTo>
                  <a:lnTo>
                    <a:pt x="14833" y="18291"/>
                  </a:lnTo>
                  <a:lnTo>
                    <a:pt x="14906" y="18144"/>
                  </a:lnTo>
                  <a:lnTo>
                    <a:pt x="14955" y="17974"/>
                  </a:lnTo>
                  <a:lnTo>
                    <a:pt x="14979" y="17779"/>
                  </a:lnTo>
                  <a:lnTo>
                    <a:pt x="15003" y="17438"/>
                  </a:lnTo>
                  <a:lnTo>
                    <a:pt x="15003" y="487"/>
                  </a:lnTo>
                  <a:lnTo>
                    <a:pt x="15003" y="487"/>
                  </a:lnTo>
                  <a:lnTo>
                    <a:pt x="15003" y="341"/>
                  </a:lnTo>
                  <a:lnTo>
                    <a:pt x="14979" y="219"/>
                  </a:lnTo>
                  <a:lnTo>
                    <a:pt x="14955" y="146"/>
                  </a:lnTo>
                  <a:lnTo>
                    <a:pt x="14906" y="73"/>
                  </a:lnTo>
                  <a:lnTo>
                    <a:pt x="14833" y="49"/>
                  </a:lnTo>
                  <a:lnTo>
                    <a:pt x="14736" y="24"/>
                  </a:lnTo>
                  <a:lnTo>
                    <a:pt x="14468" y="0"/>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196;p12">
              <a:extLst>
                <a:ext uri="{FF2B5EF4-FFF2-40B4-BE49-F238E27FC236}">
                  <a16:creationId xmlns:a16="http://schemas.microsoft.com/office/drawing/2014/main" id="{059E2345-A83E-8876-60A9-A1F2846843ED}"/>
                </a:ext>
              </a:extLst>
            </p:cNvPr>
            <p:cNvSpPr/>
            <p:nvPr/>
          </p:nvSpPr>
          <p:spPr>
            <a:xfrm>
              <a:off x="590250" y="269775"/>
              <a:ext cx="377525" cy="462775"/>
            </a:xfrm>
            <a:custGeom>
              <a:avLst/>
              <a:gdLst/>
              <a:ahLst/>
              <a:cxnLst/>
              <a:rect l="l" t="t" r="r" b="b"/>
              <a:pathLst>
                <a:path w="15101" h="18511" fill="none" extrusionOk="0">
                  <a:moveTo>
                    <a:pt x="14321" y="0"/>
                  </a:moveTo>
                  <a:lnTo>
                    <a:pt x="780" y="0"/>
                  </a:lnTo>
                  <a:lnTo>
                    <a:pt x="780" y="0"/>
                  </a:lnTo>
                  <a:lnTo>
                    <a:pt x="634" y="25"/>
                  </a:lnTo>
                  <a:lnTo>
                    <a:pt x="488" y="74"/>
                  </a:lnTo>
                  <a:lnTo>
                    <a:pt x="342" y="122"/>
                  </a:lnTo>
                  <a:lnTo>
                    <a:pt x="220" y="220"/>
                  </a:lnTo>
                  <a:lnTo>
                    <a:pt x="122" y="341"/>
                  </a:lnTo>
                  <a:lnTo>
                    <a:pt x="74" y="488"/>
                  </a:lnTo>
                  <a:lnTo>
                    <a:pt x="25" y="634"/>
                  </a:lnTo>
                  <a:lnTo>
                    <a:pt x="1" y="780"/>
                  </a:lnTo>
                  <a:lnTo>
                    <a:pt x="1" y="17731"/>
                  </a:lnTo>
                  <a:lnTo>
                    <a:pt x="1" y="17731"/>
                  </a:lnTo>
                  <a:lnTo>
                    <a:pt x="25" y="17877"/>
                  </a:lnTo>
                  <a:lnTo>
                    <a:pt x="74" y="18023"/>
                  </a:lnTo>
                  <a:lnTo>
                    <a:pt x="122" y="18169"/>
                  </a:lnTo>
                  <a:lnTo>
                    <a:pt x="220" y="18291"/>
                  </a:lnTo>
                  <a:lnTo>
                    <a:pt x="342" y="18388"/>
                  </a:lnTo>
                  <a:lnTo>
                    <a:pt x="488" y="18437"/>
                  </a:lnTo>
                  <a:lnTo>
                    <a:pt x="634" y="18486"/>
                  </a:lnTo>
                  <a:lnTo>
                    <a:pt x="780" y="18510"/>
                  </a:lnTo>
                  <a:lnTo>
                    <a:pt x="14321" y="18510"/>
                  </a:lnTo>
                  <a:lnTo>
                    <a:pt x="14321" y="18510"/>
                  </a:lnTo>
                  <a:lnTo>
                    <a:pt x="14467" y="18486"/>
                  </a:lnTo>
                  <a:lnTo>
                    <a:pt x="14614" y="18437"/>
                  </a:lnTo>
                  <a:lnTo>
                    <a:pt x="14760" y="18388"/>
                  </a:lnTo>
                  <a:lnTo>
                    <a:pt x="14881" y="18291"/>
                  </a:lnTo>
                  <a:lnTo>
                    <a:pt x="14979" y="18169"/>
                  </a:lnTo>
                  <a:lnTo>
                    <a:pt x="15028" y="18023"/>
                  </a:lnTo>
                  <a:lnTo>
                    <a:pt x="15076" y="17877"/>
                  </a:lnTo>
                  <a:lnTo>
                    <a:pt x="15101" y="17731"/>
                  </a:lnTo>
                  <a:lnTo>
                    <a:pt x="15101" y="780"/>
                  </a:lnTo>
                  <a:lnTo>
                    <a:pt x="15101" y="780"/>
                  </a:lnTo>
                  <a:lnTo>
                    <a:pt x="15076" y="634"/>
                  </a:lnTo>
                  <a:lnTo>
                    <a:pt x="15028" y="488"/>
                  </a:lnTo>
                  <a:lnTo>
                    <a:pt x="14979" y="341"/>
                  </a:lnTo>
                  <a:lnTo>
                    <a:pt x="14881" y="220"/>
                  </a:lnTo>
                  <a:lnTo>
                    <a:pt x="14760" y="122"/>
                  </a:lnTo>
                  <a:lnTo>
                    <a:pt x="14614" y="74"/>
                  </a:lnTo>
                  <a:lnTo>
                    <a:pt x="14467" y="25"/>
                  </a:lnTo>
                  <a:lnTo>
                    <a:pt x="14321" y="0"/>
                  </a:lnTo>
                  <a:lnTo>
                    <a:pt x="14321" y="0"/>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197;p12">
              <a:extLst>
                <a:ext uri="{FF2B5EF4-FFF2-40B4-BE49-F238E27FC236}">
                  <a16:creationId xmlns:a16="http://schemas.microsoft.com/office/drawing/2014/main" id="{C724A1ED-B9D4-2182-54CA-73E5F1776D94}"/>
                </a:ext>
              </a:extLst>
            </p:cNvPr>
            <p:cNvSpPr/>
            <p:nvPr/>
          </p:nvSpPr>
          <p:spPr>
            <a:xfrm>
              <a:off x="796650" y="274025"/>
              <a:ext cx="45100" cy="45100"/>
            </a:xfrm>
            <a:custGeom>
              <a:avLst/>
              <a:gdLst/>
              <a:ahLst/>
              <a:cxnLst/>
              <a:rect l="l" t="t" r="r" b="b"/>
              <a:pathLst>
                <a:path w="1804" h="1804" fill="none" extrusionOk="0">
                  <a:moveTo>
                    <a:pt x="902" y="1"/>
                  </a:moveTo>
                  <a:lnTo>
                    <a:pt x="902" y="1"/>
                  </a:lnTo>
                  <a:lnTo>
                    <a:pt x="1073" y="25"/>
                  </a:lnTo>
                  <a:lnTo>
                    <a:pt x="1243" y="74"/>
                  </a:lnTo>
                  <a:lnTo>
                    <a:pt x="1414" y="147"/>
                  </a:lnTo>
                  <a:lnTo>
                    <a:pt x="1535" y="269"/>
                  </a:lnTo>
                  <a:lnTo>
                    <a:pt x="1657" y="391"/>
                  </a:lnTo>
                  <a:lnTo>
                    <a:pt x="1730" y="561"/>
                  </a:lnTo>
                  <a:lnTo>
                    <a:pt x="1779" y="732"/>
                  </a:lnTo>
                  <a:lnTo>
                    <a:pt x="1803" y="902"/>
                  </a:lnTo>
                  <a:lnTo>
                    <a:pt x="1803" y="902"/>
                  </a:lnTo>
                  <a:lnTo>
                    <a:pt x="1779" y="1073"/>
                  </a:lnTo>
                  <a:lnTo>
                    <a:pt x="1730" y="1243"/>
                  </a:lnTo>
                  <a:lnTo>
                    <a:pt x="1657" y="1414"/>
                  </a:lnTo>
                  <a:lnTo>
                    <a:pt x="1535" y="1535"/>
                  </a:lnTo>
                  <a:lnTo>
                    <a:pt x="1414" y="1657"/>
                  </a:lnTo>
                  <a:lnTo>
                    <a:pt x="1243" y="1730"/>
                  </a:lnTo>
                  <a:lnTo>
                    <a:pt x="1073" y="1779"/>
                  </a:lnTo>
                  <a:lnTo>
                    <a:pt x="902" y="1803"/>
                  </a:lnTo>
                  <a:lnTo>
                    <a:pt x="902" y="1803"/>
                  </a:lnTo>
                  <a:lnTo>
                    <a:pt x="732" y="1779"/>
                  </a:lnTo>
                  <a:lnTo>
                    <a:pt x="561" y="1730"/>
                  </a:lnTo>
                  <a:lnTo>
                    <a:pt x="391" y="1657"/>
                  </a:lnTo>
                  <a:lnTo>
                    <a:pt x="269" y="1535"/>
                  </a:lnTo>
                  <a:lnTo>
                    <a:pt x="147" y="1414"/>
                  </a:lnTo>
                  <a:lnTo>
                    <a:pt x="74" y="1243"/>
                  </a:lnTo>
                  <a:lnTo>
                    <a:pt x="25" y="1073"/>
                  </a:lnTo>
                  <a:lnTo>
                    <a:pt x="1" y="902"/>
                  </a:lnTo>
                  <a:lnTo>
                    <a:pt x="1" y="902"/>
                  </a:lnTo>
                  <a:lnTo>
                    <a:pt x="25" y="732"/>
                  </a:lnTo>
                  <a:lnTo>
                    <a:pt x="74" y="561"/>
                  </a:lnTo>
                  <a:lnTo>
                    <a:pt x="147" y="391"/>
                  </a:lnTo>
                  <a:lnTo>
                    <a:pt x="269" y="269"/>
                  </a:lnTo>
                  <a:lnTo>
                    <a:pt x="391" y="147"/>
                  </a:lnTo>
                  <a:lnTo>
                    <a:pt x="561" y="74"/>
                  </a:lnTo>
                  <a:lnTo>
                    <a:pt x="732" y="25"/>
                  </a:lnTo>
                  <a:lnTo>
                    <a:pt x="902" y="1"/>
                  </a:lnTo>
                  <a:lnTo>
                    <a:pt x="902"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198;p12">
              <a:extLst>
                <a:ext uri="{FF2B5EF4-FFF2-40B4-BE49-F238E27FC236}">
                  <a16:creationId xmlns:a16="http://schemas.microsoft.com/office/drawing/2014/main" id="{B7992BE8-4E63-4FF8-CBB6-9FE700438B06}"/>
                </a:ext>
              </a:extLst>
            </p:cNvPr>
            <p:cNvSpPr/>
            <p:nvPr/>
          </p:nvSpPr>
          <p:spPr>
            <a:xfrm>
              <a:off x="713850" y="274025"/>
              <a:ext cx="45075" cy="45100"/>
            </a:xfrm>
            <a:custGeom>
              <a:avLst/>
              <a:gdLst/>
              <a:ahLst/>
              <a:cxnLst/>
              <a:rect l="l" t="t" r="r" b="b"/>
              <a:pathLst>
                <a:path w="1803" h="1804" fill="none" extrusionOk="0">
                  <a:moveTo>
                    <a:pt x="902" y="1"/>
                  </a:moveTo>
                  <a:lnTo>
                    <a:pt x="902" y="1"/>
                  </a:lnTo>
                  <a:lnTo>
                    <a:pt x="1072" y="25"/>
                  </a:lnTo>
                  <a:lnTo>
                    <a:pt x="1243" y="74"/>
                  </a:lnTo>
                  <a:lnTo>
                    <a:pt x="1413" y="147"/>
                  </a:lnTo>
                  <a:lnTo>
                    <a:pt x="1535" y="269"/>
                  </a:lnTo>
                  <a:lnTo>
                    <a:pt x="1657" y="391"/>
                  </a:lnTo>
                  <a:lnTo>
                    <a:pt x="1730" y="561"/>
                  </a:lnTo>
                  <a:lnTo>
                    <a:pt x="1779" y="732"/>
                  </a:lnTo>
                  <a:lnTo>
                    <a:pt x="1803" y="902"/>
                  </a:lnTo>
                  <a:lnTo>
                    <a:pt x="1803" y="902"/>
                  </a:lnTo>
                  <a:lnTo>
                    <a:pt x="1779" y="1073"/>
                  </a:lnTo>
                  <a:lnTo>
                    <a:pt x="1730" y="1243"/>
                  </a:lnTo>
                  <a:lnTo>
                    <a:pt x="1657" y="1414"/>
                  </a:lnTo>
                  <a:lnTo>
                    <a:pt x="1535" y="1535"/>
                  </a:lnTo>
                  <a:lnTo>
                    <a:pt x="1413" y="1657"/>
                  </a:lnTo>
                  <a:lnTo>
                    <a:pt x="1243" y="1730"/>
                  </a:lnTo>
                  <a:lnTo>
                    <a:pt x="1072" y="1779"/>
                  </a:lnTo>
                  <a:lnTo>
                    <a:pt x="902" y="1803"/>
                  </a:lnTo>
                  <a:lnTo>
                    <a:pt x="902" y="1803"/>
                  </a:lnTo>
                  <a:lnTo>
                    <a:pt x="731" y="1779"/>
                  </a:lnTo>
                  <a:lnTo>
                    <a:pt x="561" y="1730"/>
                  </a:lnTo>
                  <a:lnTo>
                    <a:pt x="390" y="1657"/>
                  </a:lnTo>
                  <a:lnTo>
                    <a:pt x="269" y="1535"/>
                  </a:lnTo>
                  <a:lnTo>
                    <a:pt x="147" y="1414"/>
                  </a:lnTo>
                  <a:lnTo>
                    <a:pt x="74" y="1243"/>
                  </a:lnTo>
                  <a:lnTo>
                    <a:pt x="25" y="1073"/>
                  </a:lnTo>
                  <a:lnTo>
                    <a:pt x="1" y="902"/>
                  </a:lnTo>
                  <a:lnTo>
                    <a:pt x="1" y="902"/>
                  </a:lnTo>
                  <a:lnTo>
                    <a:pt x="25" y="732"/>
                  </a:lnTo>
                  <a:lnTo>
                    <a:pt x="74" y="561"/>
                  </a:lnTo>
                  <a:lnTo>
                    <a:pt x="147" y="391"/>
                  </a:lnTo>
                  <a:lnTo>
                    <a:pt x="269" y="269"/>
                  </a:lnTo>
                  <a:lnTo>
                    <a:pt x="390" y="147"/>
                  </a:lnTo>
                  <a:lnTo>
                    <a:pt x="561" y="74"/>
                  </a:lnTo>
                  <a:lnTo>
                    <a:pt x="731" y="25"/>
                  </a:lnTo>
                  <a:lnTo>
                    <a:pt x="902" y="1"/>
                  </a:lnTo>
                  <a:lnTo>
                    <a:pt x="902"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99;p12">
              <a:extLst>
                <a:ext uri="{FF2B5EF4-FFF2-40B4-BE49-F238E27FC236}">
                  <a16:creationId xmlns:a16="http://schemas.microsoft.com/office/drawing/2014/main" id="{0051E025-0981-BD2F-C48F-26C805B02BEE}"/>
                </a:ext>
              </a:extLst>
            </p:cNvPr>
            <p:cNvSpPr/>
            <p:nvPr/>
          </p:nvSpPr>
          <p:spPr>
            <a:xfrm>
              <a:off x="631050" y="274025"/>
              <a:ext cx="45075" cy="45100"/>
            </a:xfrm>
            <a:custGeom>
              <a:avLst/>
              <a:gdLst/>
              <a:ahLst/>
              <a:cxnLst/>
              <a:rect l="l" t="t" r="r" b="b"/>
              <a:pathLst>
                <a:path w="1803" h="1804" fill="none" extrusionOk="0">
                  <a:moveTo>
                    <a:pt x="0" y="902"/>
                  </a:moveTo>
                  <a:lnTo>
                    <a:pt x="0" y="902"/>
                  </a:lnTo>
                  <a:lnTo>
                    <a:pt x="25" y="732"/>
                  </a:lnTo>
                  <a:lnTo>
                    <a:pt x="73" y="561"/>
                  </a:lnTo>
                  <a:lnTo>
                    <a:pt x="147" y="391"/>
                  </a:lnTo>
                  <a:lnTo>
                    <a:pt x="268" y="269"/>
                  </a:lnTo>
                  <a:lnTo>
                    <a:pt x="390" y="147"/>
                  </a:lnTo>
                  <a:lnTo>
                    <a:pt x="561" y="74"/>
                  </a:lnTo>
                  <a:lnTo>
                    <a:pt x="731" y="25"/>
                  </a:lnTo>
                  <a:lnTo>
                    <a:pt x="902" y="1"/>
                  </a:lnTo>
                  <a:lnTo>
                    <a:pt x="902" y="1"/>
                  </a:lnTo>
                  <a:lnTo>
                    <a:pt x="1072" y="25"/>
                  </a:lnTo>
                  <a:lnTo>
                    <a:pt x="1243" y="74"/>
                  </a:lnTo>
                  <a:lnTo>
                    <a:pt x="1413" y="147"/>
                  </a:lnTo>
                  <a:lnTo>
                    <a:pt x="1535" y="269"/>
                  </a:lnTo>
                  <a:lnTo>
                    <a:pt x="1657" y="391"/>
                  </a:lnTo>
                  <a:lnTo>
                    <a:pt x="1730" y="561"/>
                  </a:lnTo>
                  <a:lnTo>
                    <a:pt x="1778" y="732"/>
                  </a:lnTo>
                  <a:lnTo>
                    <a:pt x="1803" y="902"/>
                  </a:lnTo>
                  <a:lnTo>
                    <a:pt x="1803" y="902"/>
                  </a:lnTo>
                  <a:lnTo>
                    <a:pt x="1778" y="1073"/>
                  </a:lnTo>
                  <a:lnTo>
                    <a:pt x="1730" y="1243"/>
                  </a:lnTo>
                  <a:lnTo>
                    <a:pt x="1657" y="1414"/>
                  </a:lnTo>
                  <a:lnTo>
                    <a:pt x="1535" y="1535"/>
                  </a:lnTo>
                  <a:lnTo>
                    <a:pt x="1413" y="1657"/>
                  </a:lnTo>
                  <a:lnTo>
                    <a:pt x="1243" y="1730"/>
                  </a:lnTo>
                  <a:lnTo>
                    <a:pt x="1072" y="1779"/>
                  </a:lnTo>
                  <a:lnTo>
                    <a:pt x="902" y="1803"/>
                  </a:lnTo>
                  <a:lnTo>
                    <a:pt x="902" y="1803"/>
                  </a:lnTo>
                  <a:lnTo>
                    <a:pt x="731" y="1779"/>
                  </a:lnTo>
                  <a:lnTo>
                    <a:pt x="561" y="1730"/>
                  </a:lnTo>
                  <a:lnTo>
                    <a:pt x="390" y="1657"/>
                  </a:lnTo>
                  <a:lnTo>
                    <a:pt x="268" y="1535"/>
                  </a:lnTo>
                  <a:lnTo>
                    <a:pt x="147" y="1414"/>
                  </a:lnTo>
                  <a:lnTo>
                    <a:pt x="73" y="1243"/>
                  </a:lnTo>
                  <a:lnTo>
                    <a:pt x="25" y="1073"/>
                  </a:lnTo>
                  <a:lnTo>
                    <a:pt x="0" y="902"/>
                  </a:lnTo>
                  <a:lnTo>
                    <a:pt x="0" y="902"/>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200;p12">
              <a:extLst>
                <a:ext uri="{FF2B5EF4-FFF2-40B4-BE49-F238E27FC236}">
                  <a16:creationId xmlns:a16="http://schemas.microsoft.com/office/drawing/2014/main" id="{FC31771E-4B78-EEF4-4051-99A61F3E326D}"/>
                </a:ext>
              </a:extLst>
            </p:cNvPr>
            <p:cNvSpPr/>
            <p:nvPr/>
          </p:nvSpPr>
          <p:spPr>
            <a:xfrm>
              <a:off x="649925" y="590050"/>
              <a:ext cx="133975" cy="25"/>
            </a:xfrm>
            <a:custGeom>
              <a:avLst/>
              <a:gdLst/>
              <a:ahLst/>
              <a:cxnLst/>
              <a:rect l="l" t="t" r="r" b="b"/>
              <a:pathLst>
                <a:path w="5359" h="1" fill="none" extrusionOk="0">
                  <a:moveTo>
                    <a:pt x="5358" y="0"/>
                  </a:moveTo>
                  <a:lnTo>
                    <a:pt x="0" y="0"/>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201;p12">
              <a:extLst>
                <a:ext uri="{FF2B5EF4-FFF2-40B4-BE49-F238E27FC236}">
                  <a16:creationId xmlns:a16="http://schemas.microsoft.com/office/drawing/2014/main" id="{5028049C-058F-17D7-0951-B83616B89DB8}"/>
                </a:ext>
              </a:extLst>
            </p:cNvPr>
            <p:cNvSpPr/>
            <p:nvPr/>
          </p:nvSpPr>
          <p:spPr>
            <a:xfrm>
              <a:off x="649925" y="534625"/>
              <a:ext cx="255750" cy="25"/>
            </a:xfrm>
            <a:custGeom>
              <a:avLst/>
              <a:gdLst/>
              <a:ahLst/>
              <a:cxnLst/>
              <a:rect l="l" t="t" r="r" b="b"/>
              <a:pathLst>
                <a:path w="10230" h="1" fill="none" extrusionOk="0">
                  <a:moveTo>
                    <a:pt x="10229" y="1"/>
                  </a:moveTo>
                  <a:lnTo>
                    <a:pt x="0"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202;p12">
              <a:extLst>
                <a:ext uri="{FF2B5EF4-FFF2-40B4-BE49-F238E27FC236}">
                  <a16:creationId xmlns:a16="http://schemas.microsoft.com/office/drawing/2014/main" id="{C95E8340-BE6D-3C7F-DB78-3B4A8EB51824}"/>
                </a:ext>
              </a:extLst>
            </p:cNvPr>
            <p:cNvSpPr/>
            <p:nvPr/>
          </p:nvSpPr>
          <p:spPr>
            <a:xfrm>
              <a:off x="649925" y="479825"/>
              <a:ext cx="255750" cy="25"/>
            </a:xfrm>
            <a:custGeom>
              <a:avLst/>
              <a:gdLst/>
              <a:ahLst/>
              <a:cxnLst/>
              <a:rect l="l" t="t" r="r" b="b"/>
              <a:pathLst>
                <a:path w="10230" h="1" fill="none" extrusionOk="0">
                  <a:moveTo>
                    <a:pt x="10229" y="1"/>
                  </a:moveTo>
                  <a:lnTo>
                    <a:pt x="0"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203;p12">
              <a:extLst>
                <a:ext uri="{FF2B5EF4-FFF2-40B4-BE49-F238E27FC236}">
                  <a16:creationId xmlns:a16="http://schemas.microsoft.com/office/drawing/2014/main" id="{6881AA32-CE0E-8789-615C-7FA690D325C1}"/>
                </a:ext>
              </a:extLst>
            </p:cNvPr>
            <p:cNvSpPr/>
            <p:nvPr/>
          </p:nvSpPr>
          <p:spPr>
            <a:xfrm>
              <a:off x="649925" y="424425"/>
              <a:ext cx="255750" cy="25"/>
            </a:xfrm>
            <a:custGeom>
              <a:avLst/>
              <a:gdLst/>
              <a:ahLst/>
              <a:cxnLst/>
              <a:rect l="l" t="t" r="r" b="b"/>
              <a:pathLst>
                <a:path w="10230" h="1" fill="none" extrusionOk="0">
                  <a:moveTo>
                    <a:pt x="10229" y="1"/>
                  </a:moveTo>
                  <a:lnTo>
                    <a:pt x="0"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204;p12">
              <a:extLst>
                <a:ext uri="{FF2B5EF4-FFF2-40B4-BE49-F238E27FC236}">
                  <a16:creationId xmlns:a16="http://schemas.microsoft.com/office/drawing/2014/main" id="{81AF6739-1492-B6AB-C6D3-AF8B73A03D78}"/>
                </a:ext>
              </a:extLst>
            </p:cNvPr>
            <p:cNvSpPr/>
            <p:nvPr/>
          </p:nvSpPr>
          <p:spPr>
            <a:xfrm>
              <a:off x="879475" y="274025"/>
              <a:ext cx="45075" cy="45100"/>
            </a:xfrm>
            <a:custGeom>
              <a:avLst/>
              <a:gdLst/>
              <a:ahLst/>
              <a:cxnLst/>
              <a:rect l="l" t="t" r="r" b="b"/>
              <a:pathLst>
                <a:path w="1803" h="1804" fill="none" extrusionOk="0">
                  <a:moveTo>
                    <a:pt x="901" y="1803"/>
                  </a:moveTo>
                  <a:lnTo>
                    <a:pt x="901" y="1803"/>
                  </a:lnTo>
                  <a:lnTo>
                    <a:pt x="731" y="1779"/>
                  </a:lnTo>
                  <a:lnTo>
                    <a:pt x="560" y="1730"/>
                  </a:lnTo>
                  <a:lnTo>
                    <a:pt x="390" y="1657"/>
                  </a:lnTo>
                  <a:lnTo>
                    <a:pt x="268" y="1535"/>
                  </a:lnTo>
                  <a:lnTo>
                    <a:pt x="146" y="1414"/>
                  </a:lnTo>
                  <a:lnTo>
                    <a:pt x="73" y="1243"/>
                  </a:lnTo>
                  <a:lnTo>
                    <a:pt x="25" y="1073"/>
                  </a:lnTo>
                  <a:lnTo>
                    <a:pt x="0" y="902"/>
                  </a:lnTo>
                  <a:lnTo>
                    <a:pt x="0" y="902"/>
                  </a:lnTo>
                  <a:lnTo>
                    <a:pt x="25" y="732"/>
                  </a:lnTo>
                  <a:lnTo>
                    <a:pt x="73" y="561"/>
                  </a:lnTo>
                  <a:lnTo>
                    <a:pt x="146" y="391"/>
                  </a:lnTo>
                  <a:lnTo>
                    <a:pt x="268" y="269"/>
                  </a:lnTo>
                  <a:lnTo>
                    <a:pt x="390" y="147"/>
                  </a:lnTo>
                  <a:lnTo>
                    <a:pt x="560" y="74"/>
                  </a:lnTo>
                  <a:lnTo>
                    <a:pt x="731" y="25"/>
                  </a:lnTo>
                  <a:lnTo>
                    <a:pt x="901" y="1"/>
                  </a:lnTo>
                  <a:lnTo>
                    <a:pt x="901" y="1"/>
                  </a:lnTo>
                  <a:lnTo>
                    <a:pt x="1072" y="25"/>
                  </a:lnTo>
                  <a:lnTo>
                    <a:pt x="1242" y="74"/>
                  </a:lnTo>
                  <a:lnTo>
                    <a:pt x="1413" y="147"/>
                  </a:lnTo>
                  <a:lnTo>
                    <a:pt x="1535" y="269"/>
                  </a:lnTo>
                  <a:lnTo>
                    <a:pt x="1656" y="391"/>
                  </a:lnTo>
                  <a:lnTo>
                    <a:pt x="1729" y="561"/>
                  </a:lnTo>
                  <a:lnTo>
                    <a:pt x="1778" y="732"/>
                  </a:lnTo>
                  <a:lnTo>
                    <a:pt x="1802" y="902"/>
                  </a:lnTo>
                  <a:lnTo>
                    <a:pt x="1802" y="902"/>
                  </a:lnTo>
                  <a:lnTo>
                    <a:pt x="1778" y="1073"/>
                  </a:lnTo>
                  <a:lnTo>
                    <a:pt x="1729" y="1243"/>
                  </a:lnTo>
                  <a:lnTo>
                    <a:pt x="1656" y="1414"/>
                  </a:lnTo>
                  <a:lnTo>
                    <a:pt x="1535" y="1535"/>
                  </a:lnTo>
                  <a:lnTo>
                    <a:pt x="1413" y="1657"/>
                  </a:lnTo>
                  <a:lnTo>
                    <a:pt x="1242" y="1730"/>
                  </a:lnTo>
                  <a:lnTo>
                    <a:pt x="1072" y="1779"/>
                  </a:lnTo>
                  <a:lnTo>
                    <a:pt x="901" y="1803"/>
                  </a:lnTo>
                  <a:lnTo>
                    <a:pt x="901" y="1803"/>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205;p12">
              <a:extLst>
                <a:ext uri="{FF2B5EF4-FFF2-40B4-BE49-F238E27FC236}">
                  <a16:creationId xmlns:a16="http://schemas.microsoft.com/office/drawing/2014/main" id="{D05D9C96-1055-C696-946C-CC6619C223B9}"/>
                </a:ext>
              </a:extLst>
            </p:cNvPr>
            <p:cNvSpPr/>
            <p:nvPr/>
          </p:nvSpPr>
          <p:spPr>
            <a:xfrm>
              <a:off x="654800" y="244200"/>
              <a:ext cx="25" cy="51175"/>
            </a:xfrm>
            <a:custGeom>
              <a:avLst/>
              <a:gdLst/>
              <a:ahLst/>
              <a:cxnLst/>
              <a:rect l="l" t="t" r="r" b="b"/>
              <a:pathLst>
                <a:path w="1" h="2047" fill="none" extrusionOk="0">
                  <a:moveTo>
                    <a:pt x="0" y="1"/>
                  </a:moveTo>
                  <a:lnTo>
                    <a:pt x="0" y="2046"/>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206;p12">
              <a:extLst>
                <a:ext uri="{FF2B5EF4-FFF2-40B4-BE49-F238E27FC236}">
                  <a16:creationId xmlns:a16="http://schemas.microsoft.com/office/drawing/2014/main" id="{606B3550-75EA-B263-A0F7-3368ED270013}"/>
                </a:ext>
              </a:extLst>
            </p:cNvPr>
            <p:cNvSpPr/>
            <p:nvPr/>
          </p:nvSpPr>
          <p:spPr>
            <a:xfrm>
              <a:off x="737600" y="244200"/>
              <a:ext cx="25" cy="51175"/>
            </a:xfrm>
            <a:custGeom>
              <a:avLst/>
              <a:gdLst/>
              <a:ahLst/>
              <a:cxnLst/>
              <a:rect l="l" t="t" r="r" b="b"/>
              <a:pathLst>
                <a:path w="1" h="2047" fill="none" extrusionOk="0">
                  <a:moveTo>
                    <a:pt x="1" y="1"/>
                  </a:moveTo>
                  <a:lnTo>
                    <a:pt x="1" y="2046"/>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207;p12">
              <a:extLst>
                <a:ext uri="{FF2B5EF4-FFF2-40B4-BE49-F238E27FC236}">
                  <a16:creationId xmlns:a16="http://schemas.microsoft.com/office/drawing/2014/main" id="{DBEF964C-6E80-83B7-A34E-6CC95DED8149}"/>
                </a:ext>
              </a:extLst>
            </p:cNvPr>
            <p:cNvSpPr/>
            <p:nvPr/>
          </p:nvSpPr>
          <p:spPr>
            <a:xfrm>
              <a:off x="820400" y="244200"/>
              <a:ext cx="25" cy="51175"/>
            </a:xfrm>
            <a:custGeom>
              <a:avLst/>
              <a:gdLst/>
              <a:ahLst/>
              <a:cxnLst/>
              <a:rect l="l" t="t" r="r" b="b"/>
              <a:pathLst>
                <a:path w="1" h="2047" fill="none" extrusionOk="0">
                  <a:moveTo>
                    <a:pt x="1" y="1"/>
                  </a:moveTo>
                  <a:lnTo>
                    <a:pt x="1" y="2046"/>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8;p12">
              <a:extLst>
                <a:ext uri="{FF2B5EF4-FFF2-40B4-BE49-F238E27FC236}">
                  <a16:creationId xmlns:a16="http://schemas.microsoft.com/office/drawing/2014/main" id="{DA898560-B179-859D-6B23-1A75DD4962B3}"/>
                </a:ext>
              </a:extLst>
            </p:cNvPr>
            <p:cNvSpPr/>
            <p:nvPr/>
          </p:nvSpPr>
          <p:spPr>
            <a:xfrm>
              <a:off x="903225" y="244200"/>
              <a:ext cx="25" cy="51175"/>
            </a:xfrm>
            <a:custGeom>
              <a:avLst/>
              <a:gdLst/>
              <a:ahLst/>
              <a:cxnLst/>
              <a:rect l="l" t="t" r="r" b="b"/>
              <a:pathLst>
                <a:path w="1" h="2047" fill="none" extrusionOk="0">
                  <a:moveTo>
                    <a:pt x="0" y="1"/>
                  </a:moveTo>
                  <a:lnTo>
                    <a:pt x="0" y="2046"/>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482135937"/>
      </p:ext>
    </p:extLst>
  </p:cSld>
  <p:clrMapOvr>
    <a:masterClrMapping/>
  </p:clrMapOvr>
  <p:transition>
    <p:fade thruBlk="1"/>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A8D73E-0905-791F-2AD1-737C88D11B9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123E2E9-8662-0EF8-A5E9-0FF896599142}"/>
              </a:ext>
            </a:extLst>
          </p:cNvPr>
          <p:cNvSpPr>
            <a:spLocks noGrp="1"/>
          </p:cNvSpPr>
          <p:nvPr>
            <p:ph type="title"/>
          </p:nvPr>
        </p:nvSpPr>
        <p:spPr/>
        <p:txBody>
          <a:bodyPr/>
          <a:lstStyle/>
          <a:p>
            <a:r>
              <a:rPr lang="en-PH" dirty="0"/>
              <a:t>Pretest : Introductory Concepts to Programming </a:t>
            </a:r>
          </a:p>
        </p:txBody>
      </p:sp>
      <p:sp>
        <p:nvSpPr>
          <p:cNvPr id="3" name="Text Placeholder 2">
            <a:extLst>
              <a:ext uri="{FF2B5EF4-FFF2-40B4-BE49-F238E27FC236}">
                <a16:creationId xmlns:a16="http://schemas.microsoft.com/office/drawing/2014/main" id="{DCDCB60B-0DF6-EF44-2F0B-DCF3879A1AC8}"/>
              </a:ext>
            </a:extLst>
          </p:cNvPr>
          <p:cNvSpPr>
            <a:spLocks noGrp="1"/>
          </p:cNvSpPr>
          <p:nvPr>
            <p:ph type="body" idx="1"/>
          </p:nvPr>
        </p:nvSpPr>
        <p:spPr>
          <a:xfrm>
            <a:off x="140125" y="1308259"/>
            <a:ext cx="8463308" cy="2724300"/>
          </a:xfrm>
        </p:spPr>
        <p:txBody>
          <a:bodyPr/>
          <a:lstStyle/>
          <a:p>
            <a:r>
              <a:rPr lang="en-PH" sz="2400" b="1" dirty="0">
                <a:latin typeface="Roboto Condensed" panose="02000000000000000000" pitchFamily="2" charset="0"/>
                <a:ea typeface="Roboto Condensed" panose="02000000000000000000" pitchFamily="2" charset="0"/>
                <a:cs typeface="Roboto Condensed" panose="02000000000000000000" pitchFamily="2" charset="0"/>
              </a:rPr>
              <a:t>4.Change One Thing at a Time:</a:t>
            </a:r>
            <a:endParaRPr lang="en-PH" sz="2400" dirty="0">
              <a:latin typeface="Roboto Condensed" panose="02000000000000000000" pitchFamily="2" charset="0"/>
              <a:ea typeface="Roboto Condensed" panose="02000000000000000000" pitchFamily="2" charset="0"/>
              <a:cs typeface="Roboto Condensed" panose="02000000000000000000" pitchFamily="2" charset="0"/>
            </a:endParaRPr>
          </a:p>
          <a:p>
            <a:r>
              <a:rPr lang="en-PH" sz="2400" dirty="0">
                <a:latin typeface="Roboto Condensed" panose="02000000000000000000" pitchFamily="2" charset="0"/>
                <a:ea typeface="Roboto Condensed" panose="02000000000000000000" pitchFamily="2" charset="0"/>
                <a:cs typeface="Roboto Condensed" panose="02000000000000000000" pitchFamily="2" charset="0"/>
              </a:rPr>
              <a:t>If you change five lines of code at once and the program suddenly works, you won't know </a:t>
            </a:r>
            <a:r>
              <a:rPr lang="en-PH" sz="2400" i="1" dirty="0">
                <a:latin typeface="Roboto Condensed" panose="02000000000000000000" pitchFamily="2" charset="0"/>
                <a:ea typeface="Roboto Condensed" panose="02000000000000000000" pitchFamily="2" charset="0"/>
                <a:cs typeface="Roboto Condensed" panose="02000000000000000000" pitchFamily="2" charset="0"/>
              </a:rPr>
              <a:t>which</a:t>
            </a:r>
            <a:r>
              <a:rPr lang="en-PH" sz="2400" dirty="0">
                <a:latin typeface="Roboto Condensed" panose="02000000000000000000" pitchFamily="2" charset="0"/>
                <a:ea typeface="Roboto Condensed" panose="02000000000000000000" pitchFamily="2" charset="0"/>
                <a:cs typeface="Roboto Condensed" panose="02000000000000000000" pitchFamily="2" charset="0"/>
              </a:rPr>
              <a:t> change actually fixed the bug. Test your fixes incrementally.</a:t>
            </a:r>
          </a:p>
        </p:txBody>
      </p:sp>
      <p:sp>
        <p:nvSpPr>
          <p:cNvPr id="5" name="Slide Number Placeholder 4">
            <a:extLst>
              <a:ext uri="{FF2B5EF4-FFF2-40B4-BE49-F238E27FC236}">
                <a16:creationId xmlns:a16="http://schemas.microsoft.com/office/drawing/2014/main" id="{7A35E6F4-D60A-71FD-52B5-7DE7135D81EC}"/>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t>17</a:t>
            </a:fld>
            <a:endParaRPr lang="en-GB"/>
          </a:p>
        </p:txBody>
      </p:sp>
      <p:grpSp>
        <p:nvGrpSpPr>
          <p:cNvPr id="6" name="Google Shape;194;p12">
            <a:extLst>
              <a:ext uri="{FF2B5EF4-FFF2-40B4-BE49-F238E27FC236}">
                <a16:creationId xmlns:a16="http://schemas.microsoft.com/office/drawing/2014/main" id="{CF356D8C-3646-7C61-C414-9303DC088AE3}"/>
              </a:ext>
            </a:extLst>
          </p:cNvPr>
          <p:cNvGrpSpPr/>
          <p:nvPr/>
        </p:nvGrpSpPr>
        <p:grpSpPr>
          <a:xfrm>
            <a:off x="293683" y="574116"/>
            <a:ext cx="309041" cy="403123"/>
            <a:chOff x="590250" y="244200"/>
            <a:chExt cx="407975" cy="532175"/>
          </a:xfrm>
        </p:grpSpPr>
        <p:sp>
          <p:nvSpPr>
            <p:cNvPr id="7" name="Google Shape;195;p12">
              <a:extLst>
                <a:ext uri="{FF2B5EF4-FFF2-40B4-BE49-F238E27FC236}">
                  <a16:creationId xmlns:a16="http://schemas.microsoft.com/office/drawing/2014/main" id="{5AF0A1D4-0852-9ACA-CE02-9D8BC81311C4}"/>
                </a:ext>
              </a:extLst>
            </p:cNvPr>
            <p:cNvSpPr/>
            <p:nvPr/>
          </p:nvSpPr>
          <p:spPr>
            <a:xfrm>
              <a:off x="623125" y="313625"/>
              <a:ext cx="375100" cy="462750"/>
            </a:xfrm>
            <a:custGeom>
              <a:avLst/>
              <a:gdLst/>
              <a:ahLst/>
              <a:cxnLst/>
              <a:rect l="l" t="t" r="r" b="b"/>
              <a:pathLst>
                <a:path w="15004" h="18510" fill="none" extrusionOk="0">
                  <a:moveTo>
                    <a:pt x="1" y="17536"/>
                  </a:moveTo>
                  <a:lnTo>
                    <a:pt x="1" y="17536"/>
                  </a:lnTo>
                  <a:lnTo>
                    <a:pt x="1" y="17536"/>
                  </a:lnTo>
                  <a:lnTo>
                    <a:pt x="25" y="17682"/>
                  </a:lnTo>
                  <a:lnTo>
                    <a:pt x="49" y="17852"/>
                  </a:lnTo>
                  <a:lnTo>
                    <a:pt x="123" y="18023"/>
                  </a:lnTo>
                  <a:lnTo>
                    <a:pt x="220" y="18193"/>
                  </a:lnTo>
                  <a:lnTo>
                    <a:pt x="293" y="18291"/>
                  </a:lnTo>
                  <a:lnTo>
                    <a:pt x="390" y="18364"/>
                  </a:lnTo>
                  <a:lnTo>
                    <a:pt x="488" y="18412"/>
                  </a:lnTo>
                  <a:lnTo>
                    <a:pt x="610" y="18461"/>
                  </a:lnTo>
                  <a:lnTo>
                    <a:pt x="756" y="18510"/>
                  </a:lnTo>
                  <a:lnTo>
                    <a:pt x="926" y="18510"/>
                  </a:lnTo>
                  <a:lnTo>
                    <a:pt x="14468" y="18510"/>
                  </a:lnTo>
                  <a:lnTo>
                    <a:pt x="14468" y="18510"/>
                  </a:lnTo>
                  <a:lnTo>
                    <a:pt x="14541" y="18510"/>
                  </a:lnTo>
                  <a:lnTo>
                    <a:pt x="14614" y="18485"/>
                  </a:lnTo>
                  <a:lnTo>
                    <a:pt x="14736" y="18412"/>
                  </a:lnTo>
                  <a:lnTo>
                    <a:pt x="14833" y="18291"/>
                  </a:lnTo>
                  <a:lnTo>
                    <a:pt x="14906" y="18144"/>
                  </a:lnTo>
                  <a:lnTo>
                    <a:pt x="14955" y="17974"/>
                  </a:lnTo>
                  <a:lnTo>
                    <a:pt x="14979" y="17779"/>
                  </a:lnTo>
                  <a:lnTo>
                    <a:pt x="15003" y="17438"/>
                  </a:lnTo>
                  <a:lnTo>
                    <a:pt x="15003" y="487"/>
                  </a:lnTo>
                  <a:lnTo>
                    <a:pt x="15003" y="487"/>
                  </a:lnTo>
                  <a:lnTo>
                    <a:pt x="15003" y="341"/>
                  </a:lnTo>
                  <a:lnTo>
                    <a:pt x="14979" y="219"/>
                  </a:lnTo>
                  <a:lnTo>
                    <a:pt x="14955" y="146"/>
                  </a:lnTo>
                  <a:lnTo>
                    <a:pt x="14906" y="73"/>
                  </a:lnTo>
                  <a:lnTo>
                    <a:pt x="14833" y="49"/>
                  </a:lnTo>
                  <a:lnTo>
                    <a:pt x="14736" y="24"/>
                  </a:lnTo>
                  <a:lnTo>
                    <a:pt x="14468" y="0"/>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196;p12">
              <a:extLst>
                <a:ext uri="{FF2B5EF4-FFF2-40B4-BE49-F238E27FC236}">
                  <a16:creationId xmlns:a16="http://schemas.microsoft.com/office/drawing/2014/main" id="{F8D034BB-FCE9-51E4-ED1B-325F0E356484}"/>
                </a:ext>
              </a:extLst>
            </p:cNvPr>
            <p:cNvSpPr/>
            <p:nvPr/>
          </p:nvSpPr>
          <p:spPr>
            <a:xfrm>
              <a:off x="590250" y="269775"/>
              <a:ext cx="377525" cy="462775"/>
            </a:xfrm>
            <a:custGeom>
              <a:avLst/>
              <a:gdLst/>
              <a:ahLst/>
              <a:cxnLst/>
              <a:rect l="l" t="t" r="r" b="b"/>
              <a:pathLst>
                <a:path w="15101" h="18511" fill="none" extrusionOk="0">
                  <a:moveTo>
                    <a:pt x="14321" y="0"/>
                  </a:moveTo>
                  <a:lnTo>
                    <a:pt x="780" y="0"/>
                  </a:lnTo>
                  <a:lnTo>
                    <a:pt x="780" y="0"/>
                  </a:lnTo>
                  <a:lnTo>
                    <a:pt x="634" y="25"/>
                  </a:lnTo>
                  <a:lnTo>
                    <a:pt x="488" y="74"/>
                  </a:lnTo>
                  <a:lnTo>
                    <a:pt x="342" y="122"/>
                  </a:lnTo>
                  <a:lnTo>
                    <a:pt x="220" y="220"/>
                  </a:lnTo>
                  <a:lnTo>
                    <a:pt x="122" y="341"/>
                  </a:lnTo>
                  <a:lnTo>
                    <a:pt x="74" y="488"/>
                  </a:lnTo>
                  <a:lnTo>
                    <a:pt x="25" y="634"/>
                  </a:lnTo>
                  <a:lnTo>
                    <a:pt x="1" y="780"/>
                  </a:lnTo>
                  <a:lnTo>
                    <a:pt x="1" y="17731"/>
                  </a:lnTo>
                  <a:lnTo>
                    <a:pt x="1" y="17731"/>
                  </a:lnTo>
                  <a:lnTo>
                    <a:pt x="25" y="17877"/>
                  </a:lnTo>
                  <a:lnTo>
                    <a:pt x="74" y="18023"/>
                  </a:lnTo>
                  <a:lnTo>
                    <a:pt x="122" y="18169"/>
                  </a:lnTo>
                  <a:lnTo>
                    <a:pt x="220" y="18291"/>
                  </a:lnTo>
                  <a:lnTo>
                    <a:pt x="342" y="18388"/>
                  </a:lnTo>
                  <a:lnTo>
                    <a:pt x="488" y="18437"/>
                  </a:lnTo>
                  <a:lnTo>
                    <a:pt x="634" y="18486"/>
                  </a:lnTo>
                  <a:lnTo>
                    <a:pt x="780" y="18510"/>
                  </a:lnTo>
                  <a:lnTo>
                    <a:pt x="14321" y="18510"/>
                  </a:lnTo>
                  <a:lnTo>
                    <a:pt x="14321" y="18510"/>
                  </a:lnTo>
                  <a:lnTo>
                    <a:pt x="14467" y="18486"/>
                  </a:lnTo>
                  <a:lnTo>
                    <a:pt x="14614" y="18437"/>
                  </a:lnTo>
                  <a:lnTo>
                    <a:pt x="14760" y="18388"/>
                  </a:lnTo>
                  <a:lnTo>
                    <a:pt x="14881" y="18291"/>
                  </a:lnTo>
                  <a:lnTo>
                    <a:pt x="14979" y="18169"/>
                  </a:lnTo>
                  <a:lnTo>
                    <a:pt x="15028" y="18023"/>
                  </a:lnTo>
                  <a:lnTo>
                    <a:pt x="15076" y="17877"/>
                  </a:lnTo>
                  <a:lnTo>
                    <a:pt x="15101" y="17731"/>
                  </a:lnTo>
                  <a:lnTo>
                    <a:pt x="15101" y="780"/>
                  </a:lnTo>
                  <a:lnTo>
                    <a:pt x="15101" y="780"/>
                  </a:lnTo>
                  <a:lnTo>
                    <a:pt x="15076" y="634"/>
                  </a:lnTo>
                  <a:lnTo>
                    <a:pt x="15028" y="488"/>
                  </a:lnTo>
                  <a:lnTo>
                    <a:pt x="14979" y="341"/>
                  </a:lnTo>
                  <a:lnTo>
                    <a:pt x="14881" y="220"/>
                  </a:lnTo>
                  <a:lnTo>
                    <a:pt x="14760" y="122"/>
                  </a:lnTo>
                  <a:lnTo>
                    <a:pt x="14614" y="74"/>
                  </a:lnTo>
                  <a:lnTo>
                    <a:pt x="14467" y="25"/>
                  </a:lnTo>
                  <a:lnTo>
                    <a:pt x="14321" y="0"/>
                  </a:lnTo>
                  <a:lnTo>
                    <a:pt x="14321" y="0"/>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197;p12">
              <a:extLst>
                <a:ext uri="{FF2B5EF4-FFF2-40B4-BE49-F238E27FC236}">
                  <a16:creationId xmlns:a16="http://schemas.microsoft.com/office/drawing/2014/main" id="{CCB191CD-DBD7-64CA-A44F-45417A940108}"/>
                </a:ext>
              </a:extLst>
            </p:cNvPr>
            <p:cNvSpPr/>
            <p:nvPr/>
          </p:nvSpPr>
          <p:spPr>
            <a:xfrm>
              <a:off x="796650" y="274025"/>
              <a:ext cx="45100" cy="45100"/>
            </a:xfrm>
            <a:custGeom>
              <a:avLst/>
              <a:gdLst/>
              <a:ahLst/>
              <a:cxnLst/>
              <a:rect l="l" t="t" r="r" b="b"/>
              <a:pathLst>
                <a:path w="1804" h="1804" fill="none" extrusionOk="0">
                  <a:moveTo>
                    <a:pt x="902" y="1"/>
                  </a:moveTo>
                  <a:lnTo>
                    <a:pt x="902" y="1"/>
                  </a:lnTo>
                  <a:lnTo>
                    <a:pt x="1073" y="25"/>
                  </a:lnTo>
                  <a:lnTo>
                    <a:pt x="1243" y="74"/>
                  </a:lnTo>
                  <a:lnTo>
                    <a:pt x="1414" y="147"/>
                  </a:lnTo>
                  <a:lnTo>
                    <a:pt x="1535" y="269"/>
                  </a:lnTo>
                  <a:lnTo>
                    <a:pt x="1657" y="391"/>
                  </a:lnTo>
                  <a:lnTo>
                    <a:pt x="1730" y="561"/>
                  </a:lnTo>
                  <a:lnTo>
                    <a:pt x="1779" y="732"/>
                  </a:lnTo>
                  <a:lnTo>
                    <a:pt x="1803" y="902"/>
                  </a:lnTo>
                  <a:lnTo>
                    <a:pt x="1803" y="902"/>
                  </a:lnTo>
                  <a:lnTo>
                    <a:pt x="1779" y="1073"/>
                  </a:lnTo>
                  <a:lnTo>
                    <a:pt x="1730" y="1243"/>
                  </a:lnTo>
                  <a:lnTo>
                    <a:pt x="1657" y="1414"/>
                  </a:lnTo>
                  <a:lnTo>
                    <a:pt x="1535" y="1535"/>
                  </a:lnTo>
                  <a:lnTo>
                    <a:pt x="1414" y="1657"/>
                  </a:lnTo>
                  <a:lnTo>
                    <a:pt x="1243" y="1730"/>
                  </a:lnTo>
                  <a:lnTo>
                    <a:pt x="1073" y="1779"/>
                  </a:lnTo>
                  <a:lnTo>
                    <a:pt x="902" y="1803"/>
                  </a:lnTo>
                  <a:lnTo>
                    <a:pt x="902" y="1803"/>
                  </a:lnTo>
                  <a:lnTo>
                    <a:pt x="732" y="1779"/>
                  </a:lnTo>
                  <a:lnTo>
                    <a:pt x="561" y="1730"/>
                  </a:lnTo>
                  <a:lnTo>
                    <a:pt x="391" y="1657"/>
                  </a:lnTo>
                  <a:lnTo>
                    <a:pt x="269" y="1535"/>
                  </a:lnTo>
                  <a:lnTo>
                    <a:pt x="147" y="1414"/>
                  </a:lnTo>
                  <a:lnTo>
                    <a:pt x="74" y="1243"/>
                  </a:lnTo>
                  <a:lnTo>
                    <a:pt x="25" y="1073"/>
                  </a:lnTo>
                  <a:lnTo>
                    <a:pt x="1" y="902"/>
                  </a:lnTo>
                  <a:lnTo>
                    <a:pt x="1" y="902"/>
                  </a:lnTo>
                  <a:lnTo>
                    <a:pt x="25" y="732"/>
                  </a:lnTo>
                  <a:lnTo>
                    <a:pt x="74" y="561"/>
                  </a:lnTo>
                  <a:lnTo>
                    <a:pt x="147" y="391"/>
                  </a:lnTo>
                  <a:lnTo>
                    <a:pt x="269" y="269"/>
                  </a:lnTo>
                  <a:lnTo>
                    <a:pt x="391" y="147"/>
                  </a:lnTo>
                  <a:lnTo>
                    <a:pt x="561" y="74"/>
                  </a:lnTo>
                  <a:lnTo>
                    <a:pt x="732" y="25"/>
                  </a:lnTo>
                  <a:lnTo>
                    <a:pt x="902" y="1"/>
                  </a:lnTo>
                  <a:lnTo>
                    <a:pt x="902"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198;p12">
              <a:extLst>
                <a:ext uri="{FF2B5EF4-FFF2-40B4-BE49-F238E27FC236}">
                  <a16:creationId xmlns:a16="http://schemas.microsoft.com/office/drawing/2014/main" id="{FDFE37D1-62BF-726A-F1D4-44F10F96F3A8}"/>
                </a:ext>
              </a:extLst>
            </p:cNvPr>
            <p:cNvSpPr/>
            <p:nvPr/>
          </p:nvSpPr>
          <p:spPr>
            <a:xfrm>
              <a:off x="713850" y="274025"/>
              <a:ext cx="45075" cy="45100"/>
            </a:xfrm>
            <a:custGeom>
              <a:avLst/>
              <a:gdLst/>
              <a:ahLst/>
              <a:cxnLst/>
              <a:rect l="l" t="t" r="r" b="b"/>
              <a:pathLst>
                <a:path w="1803" h="1804" fill="none" extrusionOk="0">
                  <a:moveTo>
                    <a:pt x="902" y="1"/>
                  </a:moveTo>
                  <a:lnTo>
                    <a:pt x="902" y="1"/>
                  </a:lnTo>
                  <a:lnTo>
                    <a:pt x="1072" y="25"/>
                  </a:lnTo>
                  <a:lnTo>
                    <a:pt x="1243" y="74"/>
                  </a:lnTo>
                  <a:lnTo>
                    <a:pt x="1413" y="147"/>
                  </a:lnTo>
                  <a:lnTo>
                    <a:pt x="1535" y="269"/>
                  </a:lnTo>
                  <a:lnTo>
                    <a:pt x="1657" y="391"/>
                  </a:lnTo>
                  <a:lnTo>
                    <a:pt x="1730" y="561"/>
                  </a:lnTo>
                  <a:lnTo>
                    <a:pt x="1779" y="732"/>
                  </a:lnTo>
                  <a:lnTo>
                    <a:pt x="1803" y="902"/>
                  </a:lnTo>
                  <a:lnTo>
                    <a:pt x="1803" y="902"/>
                  </a:lnTo>
                  <a:lnTo>
                    <a:pt x="1779" y="1073"/>
                  </a:lnTo>
                  <a:lnTo>
                    <a:pt x="1730" y="1243"/>
                  </a:lnTo>
                  <a:lnTo>
                    <a:pt x="1657" y="1414"/>
                  </a:lnTo>
                  <a:lnTo>
                    <a:pt x="1535" y="1535"/>
                  </a:lnTo>
                  <a:lnTo>
                    <a:pt x="1413" y="1657"/>
                  </a:lnTo>
                  <a:lnTo>
                    <a:pt x="1243" y="1730"/>
                  </a:lnTo>
                  <a:lnTo>
                    <a:pt x="1072" y="1779"/>
                  </a:lnTo>
                  <a:lnTo>
                    <a:pt x="902" y="1803"/>
                  </a:lnTo>
                  <a:lnTo>
                    <a:pt x="902" y="1803"/>
                  </a:lnTo>
                  <a:lnTo>
                    <a:pt x="731" y="1779"/>
                  </a:lnTo>
                  <a:lnTo>
                    <a:pt x="561" y="1730"/>
                  </a:lnTo>
                  <a:lnTo>
                    <a:pt x="390" y="1657"/>
                  </a:lnTo>
                  <a:lnTo>
                    <a:pt x="269" y="1535"/>
                  </a:lnTo>
                  <a:lnTo>
                    <a:pt x="147" y="1414"/>
                  </a:lnTo>
                  <a:lnTo>
                    <a:pt x="74" y="1243"/>
                  </a:lnTo>
                  <a:lnTo>
                    <a:pt x="25" y="1073"/>
                  </a:lnTo>
                  <a:lnTo>
                    <a:pt x="1" y="902"/>
                  </a:lnTo>
                  <a:lnTo>
                    <a:pt x="1" y="902"/>
                  </a:lnTo>
                  <a:lnTo>
                    <a:pt x="25" y="732"/>
                  </a:lnTo>
                  <a:lnTo>
                    <a:pt x="74" y="561"/>
                  </a:lnTo>
                  <a:lnTo>
                    <a:pt x="147" y="391"/>
                  </a:lnTo>
                  <a:lnTo>
                    <a:pt x="269" y="269"/>
                  </a:lnTo>
                  <a:lnTo>
                    <a:pt x="390" y="147"/>
                  </a:lnTo>
                  <a:lnTo>
                    <a:pt x="561" y="74"/>
                  </a:lnTo>
                  <a:lnTo>
                    <a:pt x="731" y="25"/>
                  </a:lnTo>
                  <a:lnTo>
                    <a:pt x="902" y="1"/>
                  </a:lnTo>
                  <a:lnTo>
                    <a:pt x="902"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99;p12">
              <a:extLst>
                <a:ext uri="{FF2B5EF4-FFF2-40B4-BE49-F238E27FC236}">
                  <a16:creationId xmlns:a16="http://schemas.microsoft.com/office/drawing/2014/main" id="{1F23C3A9-37FD-EB38-42ED-6A4DE8A9259A}"/>
                </a:ext>
              </a:extLst>
            </p:cNvPr>
            <p:cNvSpPr/>
            <p:nvPr/>
          </p:nvSpPr>
          <p:spPr>
            <a:xfrm>
              <a:off x="631050" y="274025"/>
              <a:ext cx="45075" cy="45100"/>
            </a:xfrm>
            <a:custGeom>
              <a:avLst/>
              <a:gdLst/>
              <a:ahLst/>
              <a:cxnLst/>
              <a:rect l="l" t="t" r="r" b="b"/>
              <a:pathLst>
                <a:path w="1803" h="1804" fill="none" extrusionOk="0">
                  <a:moveTo>
                    <a:pt x="0" y="902"/>
                  </a:moveTo>
                  <a:lnTo>
                    <a:pt x="0" y="902"/>
                  </a:lnTo>
                  <a:lnTo>
                    <a:pt x="25" y="732"/>
                  </a:lnTo>
                  <a:lnTo>
                    <a:pt x="73" y="561"/>
                  </a:lnTo>
                  <a:lnTo>
                    <a:pt x="147" y="391"/>
                  </a:lnTo>
                  <a:lnTo>
                    <a:pt x="268" y="269"/>
                  </a:lnTo>
                  <a:lnTo>
                    <a:pt x="390" y="147"/>
                  </a:lnTo>
                  <a:lnTo>
                    <a:pt x="561" y="74"/>
                  </a:lnTo>
                  <a:lnTo>
                    <a:pt x="731" y="25"/>
                  </a:lnTo>
                  <a:lnTo>
                    <a:pt x="902" y="1"/>
                  </a:lnTo>
                  <a:lnTo>
                    <a:pt x="902" y="1"/>
                  </a:lnTo>
                  <a:lnTo>
                    <a:pt x="1072" y="25"/>
                  </a:lnTo>
                  <a:lnTo>
                    <a:pt x="1243" y="74"/>
                  </a:lnTo>
                  <a:lnTo>
                    <a:pt x="1413" y="147"/>
                  </a:lnTo>
                  <a:lnTo>
                    <a:pt x="1535" y="269"/>
                  </a:lnTo>
                  <a:lnTo>
                    <a:pt x="1657" y="391"/>
                  </a:lnTo>
                  <a:lnTo>
                    <a:pt x="1730" y="561"/>
                  </a:lnTo>
                  <a:lnTo>
                    <a:pt x="1778" y="732"/>
                  </a:lnTo>
                  <a:lnTo>
                    <a:pt x="1803" y="902"/>
                  </a:lnTo>
                  <a:lnTo>
                    <a:pt x="1803" y="902"/>
                  </a:lnTo>
                  <a:lnTo>
                    <a:pt x="1778" y="1073"/>
                  </a:lnTo>
                  <a:lnTo>
                    <a:pt x="1730" y="1243"/>
                  </a:lnTo>
                  <a:lnTo>
                    <a:pt x="1657" y="1414"/>
                  </a:lnTo>
                  <a:lnTo>
                    <a:pt x="1535" y="1535"/>
                  </a:lnTo>
                  <a:lnTo>
                    <a:pt x="1413" y="1657"/>
                  </a:lnTo>
                  <a:lnTo>
                    <a:pt x="1243" y="1730"/>
                  </a:lnTo>
                  <a:lnTo>
                    <a:pt x="1072" y="1779"/>
                  </a:lnTo>
                  <a:lnTo>
                    <a:pt x="902" y="1803"/>
                  </a:lnTo>
                  <a:lnTo>
                    <a:pt x="902" y="1803"/>
                  </a:lnTo>
                  <a:lnTo>
                    <a:pt x="731" y="1779"/>
                  </a:lnTo>
                  <a:lnTo>
                    <a:pt x="561" y="1730"/>
                  </a:lnTo>
                  <a:lnTo>
                    <a:pt x="390" y="1657"/>
                  </a:lnTo>
                  <a:lnTo>
                    <a:pt x="268" y="1535"/>
                  </a:lnTo>
                  <a:lnTo>
                    <a:pt x="147" y="1414"/>
                  </a:lnTo>
                  <a:lnTo>
                    <a:pt x="73" y="1243"/>
                  </a:lnTo>
                  <a:lnTo>
                    <a:pt x="25" y="1073"/>
                  </a:lnTo>
                  <a:lnTo>
                    <a:pt x="0" y="902"/>
                  </a:lnTo>
                  <a:lnTo>
                    <a:pt x="0" y="902"/>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200;p12">
              <a:extLst>
                <a:ext uri="{FF2B5EF4-FFF2-40B4-BE49-F238E27FC236}">
                  <a16:creationId xmlns:a16="http://schemas.microsoft.com/office/drawing/2014/main" id="{D692F727-9A90-65F9-7882-8076AB49521E}"/>
                </a:ext>
              </a:extLst>
            </p:cNvPr>
            <p:cNvSpPr/>
            <p:nvPr/>
          </p:nvSpPr>
          <p:spPr>
            <a:xfrm>
              <a:off x="649925" y="590050"/>
              <a:ext cx="133975" cy="25"/>
            </a:xfrm>
            <a:custGeom>
              <a:avLst/>
              <a:gdLst/>
              <a:ahLst/>
              <a:cxnLst/>
              <a:rect l="l" t="t" r="r" b="b"/>
              <a:pathLst>
                <a:path w="5359" h="1" fill="none" extrusionOk="0">
                  <a:moveTo>
                    <a:pt x="5358" y="0"/>
                  </a:moveTo>
                  <a:lnTo>
                    <a:pt x="0" y="0"/>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201;p12">
              <a:extLst>
                <a:ext uri="{FF2B5EF4-FFF2-40B4-BE49-F238E27FC236}">
                  <a16:creationId xmlns:a16="http://schemas.microsoft.com/office/drawing/2014/main" id="{62352338-B3CD-5299-A7EA-A2E7171C7E6A}"/>
                </a:ext>
              </a:extLst>
            </p:cNvPr>
            <p:cNvSpPr/>
            <p:nvPr/>
          </p:nvSpPr>
          <p:spPr>
            <a:xfrm>
              <a:off x="649925" y="534625"/>
              <a:ext cx="255750" cy="25"/>
            </a:xfrm>
            <a:custGeom>
              <a:avLst/>
              <a:gdLst/>
              <a:ahLst/>
              <a:cxnLst/>
              <a:rect l="l" t="t" r="r" b="b"/>
              <a:pathLst>
                <a:path w="10230" h="1" fill="none" extrusionOk="0">
                  <a:moveTo>
                    <a:pt x="10229" y="1"/>
                  </a:moveTo>
                  <a:lnTo>
                    <a:pt x="0"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202;p12">
              <a:extLst>
                <a:ext uri="{FF2B5EF4-FFF2-40B4-BE49-F238E27FC236}">
                  <a16:creationId xmlns:a16="http://schemas.microsoft.com/office/drawing/2014/main" id="{A10F47FB-0CD3-C426-98CF-24235F88C6F5}"/>
                </a:ext>
              </a:extLst>
            </p:cNvPr>
            <p:cNvSpPr/>
            <p:nvPr/>
          </p:nvSpPr>
          <p:spPr>
            <a:xfrm>
              <a:off x="649925" y="479825"/>
              <a:ext cx="255750" cy="25"/>
            </a:xfrm>
            <a:custGeom>
              <a:avLst/>
              <a:gdLst/>
              <a:ahLst/>
              <a:cxnLst/>
              <a:rect l="l" t="t" r="r" b="b"/>
              <a:pathLst>
                <a:path w="10230" h="1" fill="none" extrusionOk="0">
                  <a:moveTo>
                    <a:pt x="10229" y="1"/>
                  </a:moveTo>
                  <a:lnTo>
                    <a:pt x="0"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203;p12">
              <a:extLst>
                <a:ext uri="{FF2B5EF4-FFF2-40B4-BE49-F238E27FC236}">
                  <a16:creationId xmlns:a16="http://schemas.microsoft.com/office/drawing/2014/main" id="{355F2BFC-8FCD-BFA6-73B4-D4544A6DC54A}"/>
                </a:ext>
              </a:extLst>
            </p:cNvPr>
            <p:cNvSpPr/>
            <p:nvPr/>
          </p:nvSpPr>
          <p:spPr>
            <a:xfrm>
              <a:off x="649925" y="424425"/>
              <a:ext cx="255750" cy="25"/>
            </a:xfrm>
            <a:custGeom>
              <a:avLst/>
              <a:gdLst/>
              <a:ahLst/>
              <a:cxnLst/>
              <a:rect l="l" t="t" r="r" b="b"/>
              <a:pathLst>
                <a:path w="10230" h="1" fill="none" extrusionOk="0">
                  <a:moveTo>
                    <a:pt x="10229" y="1"/>
                  </a:moveTo>
                  <a:lnTo>
                    <a:pt x="0"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204;p12">
              <a:extLst>
                <a:ext uri="{FF2B5EF4-FFF2-40B4-BE49-F238E27FC236}">
                  <a16:creationId xmlns:a16="http://schemas.microsoft.com/office/drawing/2014/main" id="{576FAB25-BE72-97EB-B8E6-749AB13E3ADB}"/>
                </a:ext>
              </a:extLst>
            </p:cNvPr>
            <p:cNvSpPr/>
            <p:nvPr/>
          </p:nvSpPr>
          <p:spPr>
            <a:xfrm>
              <a:off x="879475" y="274025"/>
              <a:ext cx="45075" cy="45100"/>
            </a:xfrm>
            <a:custGeom>
              <a:avLst/>
              <a:gdLst/>
              <a:ahLst/>
              <a:cxnLst/>
              <a:rect l="l" t="t" r="r" b="b"/>
              <a:pathLst>
                <a:path w="1803" h="1804" fill="none" extrusionOk="0">
                  <a:moveTo>
                    <a:pt x="901" y="1803"/>
                  </a:moveTo>
                  <a:lnTo>
                    <a:pt x="901" y="1803"/>
                  </a:lnTo>
                  <a:lnTo>
                    <a:pt x="731" y="1779"/>
                  </a:lnTo>
                  <a:lnTo>
                    <a:pt x="560" y="1730"/>
                  </a:lnTo>
                  <a:lnTo>
                    <a:pt x="390" y="1657"/>
                  </a:lnTo>
                  <a:lnTo>
                    <a:pt x="268" y="1535"/>
                  </a:lnTo>
                  <a:lnTo>
                    <a:pt x="146" y="1414"/>
                  </a:lnTo>
                  <a:lnTo>
                    <a:pt x="73" y="1243"/>
                  </a:lnTo>
                  <a:lnTo>
                    <a:pt x="25" y="1073"/>
                  </a:lnTo>
                  <a:lnTo>
                    <a:pt x="0" y="902"/>
                  </a:lnTo>
                  <a:lnTo>
                    <a:pt x="0" y="902"/>
                  </a:lnTo>
                  <a:lnTo>
                    <a:pt x="25" y="732"/>
                  </a:lnTo>
                  <a:lnTo>
                    <a:pt x="73" y="561"/>
                  </a:lnTo>
                  <a:lnTo>
                    <a:pt x="146" y="391"/>
                  </a:lnTo>
                  <a:lnTo>
                    <a:pt x="268" y="269"/>
                  </a:lnTo>
                  <a:lnTo>
                    <a:pt x="390" y="147"/>
                  </a:lnTo>
                  <a:lnTo>
                    <a:pt x="560" y="74"/>
                  </a:lnTo>
                  <a:lnTo>
                    <a:pt x="731" y="25"/>
                  </a:lnTo>
                  <a:lnTo>
                    <a:pt x="901" y="1"/>
                  </a:lnTo>
                  <a:lnTo>
                    <a:pt x="901" y="1"/>
                  </a:lnTo>
                  <a:lnTo>
                    <a:pt x="1072" y="25"/>
                  </a:lnTo>
                  <a:lnTo>
                    <a:pt x="1242" y="74"/>
                  </a:lnTo>
                  <a:lnTo>
                    <a:pt x="1413" y="147"/>
                  </a:lnTo>
                  <a:lnTo>
                    <a:pt x="1535" y="269"/>
                  </a:lnTo>
                  <a:lnTo>
                    <a:pt x="1656" y="391"/>
                  </a:lnTo>
                  <a:lnTo>
                    <a:pt x="1729" y="561"/>
                  </a:lnTo>
                  <a:lnTo>
                    <a:pt x="1778" y="732"/>
                  </a:lnTo>
                  <a:lnTo>
                    <a:pt x="1802" y="902"/>
                  </a:lnTo>
                  <a:lnTo>
                    <a:pt x="1802" y="902"/>
                  </a:lnTo>
                  <a:lnTo>
                    <a:pt x="1778" y="1073"/>
                  </a:lnTo>
                  <a:lnTo>
                    <a:pt x="1729" y="1243"/>
                  </a:lnTo>
                  <a:lnTo>
                    <a:pt x="1656" y="1414"/>
                  </a:lnTo>
                  <a:lnTo>
                    <a:pt x="1535" y="1535"/>
                  </a:lnTo>
                  <a:lnTo>
                    <a:pt x="1413" y="1657"/>
                  </a:lnTo>
                  <a:lnTo>
                    <a:pt x="1242" y="1730"/>
                  </a:lnTo>
                  <a:lnTo>
                    <a:pt x="1072" y="1779"/>
                  </a:lnTo>
                  <a:lnTo>
                    <a:pt x="901" y="1803"/>
                  </a:lnTo>
                  <a:lnTo>
                    <a:pt x="901" y="1803"/>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205;p12">
              <a:extLst>
                <a:ext uri="{FF2B5EF4-FFF2-40B4-BE49-F238E27FC236}">
                  <a16:creationId xmlns:a16="http://schemas.microsoft.com/office/drawing/2014/main" id="{B5F14FB7-3DDD-8A25-8579-B4E79A50C29F}"/>
                </a:ext>
              </a:extLst>
            </p:cNvPr>
            <p:cNvSpPr/>
            <p:nvPr/>
          </p:nvSpPr>
          <p:spPr>
            <a:xfrm>
              <a:off x="654800" y="244200"/>
              <a:ext cx="25" cy="51175"/>
            </a:xfrm>
            <a:custGeom>
              <a:avLst/>
              <a:gdLst/>
              <a:ahLst/>
              <a:cxnLst/>
              <a:rect l="l" t="t" r="r" b="b"/>
              <a:pathLst>
                <a:path w="1" h="2047" fill="none" extrusionOk="0">
                  <a:moveTo>
                    <a:pt x="0" y="1"/>
                  </a:moveTo>
                  <a:lnTo>
                    <a:pt x="0" y="2046"/>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206;p12">
              <a:extLst>
                <a:ext uri="{FF2B5EF4-FFF2-40B4-BE49-F238E27FC236}">
                  <a16:creationId xmlns:a16="http://schemas.microsoft.com/office/drawing/2014/main" id="{1B9D8935-2C8F-039C-32F8-59E28BBB01B3}"/>
                </a:ext>
              </a:extLst>
            </p:cNvPr>
            <p:cNvSpPr/>
            <p:nvPr/>
          </p:nvSpPr>
          <p:spPr>
            <a:xfrm>
              <a:off x="737600" y="244200"/>
              <a:ext cx="25" cy="51175"/>
            </a:xfrm>
            <a:custGeom>
              <a:avLst/>
              <a:gdLst/>
              <a:ahLst/>
              <a:cxnLst/>
              <a:rect l="l" t="t" r="r" b="b"/>
              <a:pathLst>
                <a:path w="1" h="2047" fill="none" extrusionOk="0">
                  <a:moveTo>
                    <a:pt x="1" y="1"/>
                  </a:moveTo>
                  <a:lnTo>
                    <a:pt x="1" y="2046"/>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207;p12">
              <a:extLst>
                <a:ext uri="{FF2B5EF4-FFF2-40B4-BE49-F238E27FC236}">
                  <a16:creationId xmlns:a16="http://schemas.microsoft.com/office/drawing/2014/main" id="{A06062BF-1A62-855D-EDEC-EC6BDE0D24C6}"/>
                </a:ext>
              </a:extLst>
            </p:cNvPr>
            <p:cNvSpPr/>
            <p:nvPr/>
          </p:nvSpPr>
          <p:spPr>
            <a:xfrm>
              <a:off x="820400" y="244200"/>
              <a:ext cx="25" cy="51175"/>
            </a:xfrm>
            <a:custGeom>
              <a:avLst/>
              <a:gdLst/>
              <a:ahLst/>
              <a:cxnLst/>
              <a:rect l="l" t="t" r="r" b="b"/>
              <a:pathLst>
                <a:path w="1" h="2047" fill="none" extrusionOk="0">
                  <a:moveTo>
                    <a:pt x="1" y="1"/>
                  </a:moveTo>
                  <a:lnTo>
                    <a:pt x="1" y="2046"/>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8;p12">
              <a:extLst>
                <a:ext uri="{FF2B5EF4-FFF2-40B4-BE49-F238E27FC236}">
                  <a16:creationId xmlns:a16="http://schemas.microsoft.com/office/drawing/2014/main" id="{E8343712-AC19-E203-A8AC-2025E2D69937}"/>
                </a:ext>
              </a:extLst>
            </p:cNvPr>
            <p:cNvSpPr/>
            <p:nvPr/>
          </p:nvSpPr>
          <p:spPr>
            <a:xfrm>
              <a:off x="903225" y="244200"/>
              <a:ext cx="25" cy="51175"/>
            </a:xfrm>
            <a:custGeom>
              <a:avLst/>
              <a:gdLst/>
              <a:ahLst/>
              <a:cxnLst/>
              <a:rect l="l" t="t" r="r" b="b"/>
              <a:pathLst>
                <a:path w="1" h="2047" fill="none" extrusionOk="0">
                  <a:moveTo>
                    <a:pt x="0" y="1"/>
                  </a:moveTo>
                  <a:lnTo>
                    <a:pt x="0" y="2046"/>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356381303"/>
      </p:ext>
    </p:extLst>
  </p:cSld>
  <p:clrMapOvr>
    <a:masterClrMapping/>
  </p:clrMapOvr>
  <p:transition>
    <p:fade thruBlk="1"/>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t>18</a:t>
            </a:fld>
            <a:endParaRPr lang="en-GB"/>
          </a:p>
        </p:txBody>
      </p:sp>
      <p:sp>
        <p:nvSpPr>
          <p:cNvPr id="21" name="TextBox 20"/>
          <p:cNvSpPr txBox="1"/>
          <p:nvPr/>
        </p:nvSpPr>
        <p:spPr>
          <a:xfrm>
            <a:off x="2036064" y="2279904"/>
            <a:ext cx="5253361" cy="1200329"/>
          </a:xfrm>
          <a:prstGeom prst="rect">
            <a:avLst/>
          </a:prstGeom>
          <a:noFill/>
        </p:spPr>
        <p:txBody>
          <a:bodyPr wrap="none" rtlCol="0">
            <a:spAutoFit/>
          </a:bodyPr>
          <a:lstStyle/>
          <a:p>
            <a:r>
              <a:rPr lang="en-PH" sz="7200" dirty="0">
                <a:solidFill>
                  <a:srgbClr val="3F5378"/>
                </a:solidFill>
                <a:latin typeface="Roboto" panose="02000000000000000000" pitchFamily="2" charset="0"/>
                <a:ea typeface="Roboto" panose="02000000000000000000" pitchFamily="2" charset="0"/>
              </a:rPr>
              <a:t>THANK YOU</a:t>
            </a:r>
          </a:p>
        </p:txBody>
      </p:sp>
    </p:spTree>
  </p:cSld>
  <p:clrMapOvr>
    <a:masterClrMapping/>
  </p:clrMapOvr>
  <p:transition>
    <p:fade thruBlk="1"/>
  </p:transition>
</p:sld>
</file>

<file path=ppt/theme/theme1.xml><?xml version="1.0" encoding="utf-8"?>
<a:theme xmlns:a="http://schemas.openxmlformats.org/drawingml/2006/main" name="Salerio template">
  <a:themeElements>
    <a:clrScheme name="Custom 1">
      <a:dk1>
        <a:sysClr val="windowText" lastClr="000000"/>
      </a:dk1>
      <a:lt1>
        <a:sysClr val="window" lastClr="FFFFFF"/>
      </a:lt1>
      <a:dk2>
        <a:srgbClr val="323232"/>
      </a:dk2>
      <a:lt2>
        <a:srgbClr val="E5C243"/>
      </a:lt2>
      <a:accent1>
        <a:srgbClr val="A5300F"/>
      </a:accent1>
      <a:accent2>
        <a:srgbClr val="D55816"/>
      </a:accent2>
      <a:accent3>
        <a:srgbClr val="FF0000"/>
      </a:accent3>
      <a:accent4>
        <a:srgbClr val="FF0000"/>
      </a:accent4>
      <a:accent5>
        <a:srgbClr val="FF0000"/>
      </a:accent5>
      <a:accent6>
        <a:srgbClr val="FF0000"/>
      </a:accent6>
      <a:hlink>
        <a:srgbClr val="FF0000"/>
      </a:hlink>
      <a:folHlink>
        <a:srgbClr val="FF00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1935</TotalTime>
  <Words>1112</Words>
  <Application>Microsoft Office PowerPoint</Application>
  <PresentationFormat>On-screen Show (16:9)</PresentationFormat>
  <Paragraphs>87</Paragraphs>
  <Slides>18</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18</vt:i4>
      </vt:variant>
    </vt:vector>
  </HeadingPairs>
  <TitlesOfParts>
    <vt:vector size="25" baseType="lpstr">
      <vt:lpstr>Arial</vt:lpstr>
      <vt:lpstr>Roboto Condensed</vt:lpstr>
      <vt:lpstr>Wingdings</vt:lpstr>
      <vt:lpstr>Arvo</vt:lpstr>
      <vt:lpstr>Roboto Condensed Light</vt:lpstr>
      <vt:lpstr>Roboto</vt:lpstr>
      <vt:lpstr>Salerio template</vt:lpstr>
      <vt:lpstr>Exception Handling</vt:lpstr>
      <vt:lpstr>Basic Structure in Java Programming Language</vt:lpstr>
      <vt:lpstr>Coding and Debugging</vt:lpstr>
      <vt:lpstr>Coding (The Act of Creation)</vt:lpstr>
      <vt:lpstr>The Anatomy of Code</vt:lpstr>
      <vt:lpstr>The Anatomy of Code</vt:lpstr>
      <vt:lpstr>The Anatomy of Code</vt:lpstr>
      <vt:lpstr>The Anatomy of Code</vt:lpstr>
      <vt:lpstr>The Anatomy of Code</vt:lpstr>
      <vt:lpstr>The Art of Debugging</vt:lpstr>
      <vt:lpstr>The Art of Debugging</vt:lpstr>
      <vt:lpstr>The Art of Debugging</vt:lpstr>
      <vt:lpstr>The Art of Debugging</vt:lpstr>
      <vt:lpstr>The Developer's Debugging Workflow</vt:lpstr>
      <vt:lpstr>The Developer's Debugging Workflow</vt:lpstr>
      <vt:lpstr>The Developer's Debugging Workflow</vt:lpstr>
      <vt:lpstr>Pretest : Introductory Concepts to Programming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THIS IS YOUR PRESENTATION TITLE</dc:title>
  <dc:creator>Kathleen Esteves</dc:creator>
  <cp:lastModifiedBy>Leo Villanueva</cp:lastModifiedBy>
  <cp:revision>145</cp:revision>
  <cp:lastPrinted>2019-01-18T14:40:00Z</cp:lastPrinted>
  <dcterms:created xsi:type="dcterms:W3CDTF">2026-01-20T00:08:10Z</dcterms:created>
  <dcterms:modified xsi:type="dcterms:W3CDTF">2026-08-20T01:33:54Z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F1C3AB02D5D1488A81CE20DEE9477A6B_12</vt:lpwstr>
  </property>
  <property fmtid="{D5CDD505-2E9C-101B-9397-08002B2CF9AE}" pid="3" name="KSOProductBuildVer">
    <vt:lpwstr>1033-12.2.0.13214</vt:lpwstr>
  </property>
</Properties>
</file>